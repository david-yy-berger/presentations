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  <p:sldMasterId id="2147484796" r:id="rId5"/>
    <p:sldMasterId id="2147483885" r:id="rId6"/>
  </p:sldMasterIdLst>
  <p:notesMasterIdLst>
    <p:notesMasterId r:id="rId74"/>
  </p:notesMasterIdLst>
  <p:handoutMasterIdLst>
    <p:handoutMasterId r:id="rId75"/>
  </p:handoutMasterIdLst>
  <p:sldIdLst>
    <p:sldId id="263" r:id="rId7"/>
    <p:sldId id="327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8" r:id="rId39"/>
    <p:sldId id="299" r:id="rId40"/>
    <p:sldId id="294" r:id="rId41"/>
    <p:sldId id="300" r:id="rId42"/>
    <p:sldId id="295" r:id="rId43"/>
    <p:sldId id="296" r:id="rId44"/>
    <p:sldId id="302" r:id="rId45"/>
    <p:sldId id="303" r:id="rId46"/>
    <p:sldId id="305" r:id="rId47"/>
    <p:sldId id="304" r:id="rId48"/>
    <p:sldId id="306" r:id="rId49"/>
    <p:sldId id="307" r:id="rId50"/>
    <p:sldId id="308" r:id="rId51"/>
    <p:sldId id="328" r:id="rId52"/>
    <p:sldId id="330" r:id="rId53"/>
    <p:sldId id="329" r:id="rId54"/>
    <p:sldId id="309" r:id="rId55"/>
    <p:sldId id="310" r:id="rId56"/>
    <p:sldId id="311" r:id="rId57"/>
    <p:sldId id="312" r:id="rId58"/>
    <p:sldId id="313" r:id="rId59"/>
    <p:sldId id="332" r:id="rId60"/>
    <p:sldId id="314" r:id="rId61"/>
    <p:sldId id="315" r:id="rId62"/>
    <p:sldId id="316" r:id="rId63"/>
    <p:sldId id="335" r:id="rId64"/>
    <p:sldId id="317" r:id="rId65"/>
    <p:sldId id="318" r:id="rId66"/>
    <p:sldId id="319" r:id="rId67"/>
    <p:sldId id="320" r:id="rId68"/>
    <p:sldId id="323" r:id="rId69"/>
    <p:sldId id="322" r:id="rId70"/>
    <p:sldId id="331" r:id="rId71"/>
    <p:sldId id="333" r:id="rId72"/>
    <p:sldId id="334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9FCC3B"/>
          </p15:clr>
        </p15:guide>
        <p15:guide id="2" pos="3840" userDrawn="1">
          <p15:clr>
            <a:srgbClr val="9FCC3B"/>
          </p15:clr>
        </p15:guide>
        <p15:guide id="3" pos="347" userDrawn="1">
          <p15:clr>
            <a:srgbClr val="9FCC3B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7" userDrawn="1">
          <p15:clr>
            <a:srgbClr val="F26B43"/>
          </p15:clr>
        </p15:guide>
        <p15:guide id="8" pos="2026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pos="7333" userDrawn="1">
          <p15:clr>
            <a:srgbClr val="9FCC3B"/>
          </p15:clr>
        </p15:guide>
        <p15:guide id="41" orient="horz" pos="4201" userDrawn="1">
          <p15:clr>
            <a:srgbClr val="9FCC3B"/>
          </p15:clr>
        </p15:guide>
        <p15:guide id="56" orient="horz" pos="119" userDrawn="1">
          <p15:clr>
            <a:srgbClr val="9FCC3B"/>
          </p15:clr>
        </p15:guide>
        <p15:guide id="57" orient="horz" pos="686" userDrawn="1">
          <p15:clr>
            <a:srgbClr val="9FCC3B"/>
          </p15:clr>
        </p15:guide>
        <p15:guide id="58" orient="horz" pos="829" userDrawn="1">
          <p15:clr>
            <a:srgbClr val="9FCC3B"/>
          </p15:clr>
        </p15:guide>
        <p15:guide id="59" orient="horz" pos="3385" userDrawn="1">
          <p15:clr>
            <a:srgbClr val="9FCC3B"/>
          </p15:clr>
        </p15:guide>
        <p15:guide id="60" orient="horz" pos="3521" userDrawn="1">
          <p15:clr>
            <a:srgbClr val="9FCC3B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37F2923-1FEF-3172-625E-5B546E1A476A}" name="Kate Walker" initials="KW" userId="S::kate@futurepresent.agency::25eb6372-8fe7-47d8-b66d-2d1f314a12df" providerId="AD"/>
  <p188:author id="{CB206641-4910-2ADE-92A2-1A63556911AC}" name="PM twodots" initials="Pt" userId="ced1ad4faba9f682" providerId="Windows Live"/>
  <p188:author id="{F1BA4F44-7A31-6648-D788-C3EDA2BAFA0C}" name="Jo Donnelly" initials="JD" userId="S::jo.donnelly@clarivate.com::03808bbd-17e3-4c7b-aaaf-885eee687660" providerId="AD"/>
  <p188:author id="{F8276B91-F105-E96A-8401-3CCFEE919819}" name="Rob Mayfield" initials="RM" userId="S::rob.m@futurepresent.agency::7d2e40a3-64fe-4ed7-8632-ff280d8c4506" providerId="AD"/>
  <p188:author id="{B00537EE-38E0-0F76-1294-3629248C991B}" name="Prantick Chatterjee" initials="PC" userId="S::prantick.chatterjee@clarivate.com::775e49fc-1446-4e90-8a31-60401358533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5FF"/>
    <a:srgbClr val="3595F0"/>
    <a:srgbClr val="E7E8E9"/>
    <a:srgbClr val="ED5564"/>
    <a:srgbClr val="319AF0"/>
    <a:srgbClr val="EAE8F4"/>
    <a:srgbClr val="404040"/>
    <a:srgbClr val="262626"/>
    <a:srgbClr val="CBCED0"/>
    <a:srgbClr val="CDD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1B63C-9532-4AD0-BF66-8D4C49C5C4AB}" v="25" dt="2026-10-14T06:22:27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994" autoAdjust="0"/>
  </p:normalViewPr>
  <p:slideViewPr>
    <p:cSldViewPr snapToGrid="0">
      <p:cViewPr varScale="1">
        <p:scale>
          <a:sx n="98" d="100"/>
          <a:sy n="98" d="100"/>
        </p:scale>
        <p:origin x="102" y="264"/>
      </p:cViewPr>
      <p:guideLst>
        <p:guide orient="horz" pos="2137"/>
        <p:guide pos="3840"/>
        <p:guide pos="347"/>
        <p:guide pos="846"/>
        <p:guide pos="937"/>
        <p:guide pos="1436"/>
        <p:guide pos="1527"/>
        <p:guide pos="2026"/>
        <p:guide pos="2615"/>
        <p:guide pos="2706"/>
        <p:guide pos="3205"/>
        <p:guide pos="3296"/>
        <p:guide pos="3795"/>
        <p:guide pos="3885"/>
        <p:guide pos="4384"/>
        <p:guide pos="4974"/>
        <p:guide pos="5065"/>
        <p:guide pos="5564"/>
        <p:guide pos="5654"/>
        <p:guide pos="6153"/>
        <p:guide pos="6244"/>
        <p:guide pos="6743"/>
        <p:guide pos="6834"/>
        <p:guide pos="7333"/>
        <p:guide orient="horz" pos="4201"/>
        <p:guide orient="horz" pos="119"/>
        <p:guide orient="horz" pos="686"/>
        <p:guide orient="horz" pos="829"/>
        <p:guide orient="horz" pos="3385"/>
        <p:guide orient="horz" pos="3521"/>
      </p:guideLst>
    </p:cSldViewPr>
  </p:slideViewPr>
  <p:outlineViewPr>
    <p:cViewPr>
      <p:scale>
        <a:sx n="33" d="100"/>
        <a:sy n="33" d="100"/>
      </p:scale>
      <p:origin x="0" y="-9544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-15366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82" Type="http://schemas.microsoft.com/office/2018/10/relationships/authors" Target="author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erger" userId="2275b9d5-9334-4c58-a03a-7b48b124f799" providerId="ADAL" clId="{BA1486A0-A716-49A7-B055-B7BDC2831958}"/>
    <pc:docChg chg="undo custSel addSld delSld modSld sldOrd delMainMaster modNotesMaster">
      <pc:chgData name="David Berger" userId="2275b9d5-9334-4c58-a03a-7b48b124f799" providerId="ADAL" clId="{BA1486A0-A716-49A7-B055-B7BDC2831958}" dt="2026-10-14T06:36:50.609" v="1150" actId="26606"/>
      <pc:docMkLst>
        <pc:docMk/>
      </pc:docMkLst>
      <pc:sldChg chg="modSp add mod">
        <pc:chgData name="David Berger" userId="2275b9d5-9334-4c58-a03a-7b48b124f799" providerId="ADAL" clId="{BA1486A0-A716-49A7-B055-B7BDC2831958}" dt="2026-10-07T09:43:35.765" v="53" actId="26606"/>
        <pc:sldMkLst>
          <pc:docMk/>
          <pc:sldMk cId="0" sldId="263"/>
        </pc:sldMkLst>
        <pc:spChg chg="mod">
          <ac:chgData name="David Berger" userId="2275b9d5-9334-4c58-a03a-7b48b124f799" providerId="ADAL" clId="{BA1486A0-A716-49A7-B055-B7BDC2831958}" dt="2026-10-07T09:43:35.765" v="53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09:43:35.765" v="53" actId="26606"/>
          <ac:spMkLst>
            <pc:docMk/>
            <pc:sldMk cId="0" sldId="263"/>
            <ac:spMk id="7" creationId="{00000000-0000-0000-0000-000000000000}"/>
          </ac:spMkLst>
        </pc:spChg>
      </pc:sldChg>
      <pc:sldChg chg="add">
        <pc:chgData name="David Berger" userId="2275b9d5-9334-4c58-a03a-7b48b124f799" providerId="ADAL" clId="{BA1486A0-A716-49A7-B055-B7BDC2831958}" dt="2026-10-07T09:43:18.225" v="13" actId="26606"/>
        <pc:sldMkLst>
          <pc:docMk/>
          <pc:sldMk cId="0" sldId="264"/>
        </pc:sldMkLst>
      </pc:sldChg>
      <pc:sldChg chg="add">
        <pc:chgData name="David Berger" userId="2275b9d5-9334-4c58-a03a-7b48b124f799" providerId="ADAL" clId="{BA1486A0-A716-49A7-B055-B7BDC2831958}" dt="2026-10-07T09:43:18.225" v="13" actId="26606"/>
        <pc:sldMkLst>
          <pc:docMk/>
          <pc:sldMk cId="0" sldId="265"/>
        </pc:sldMkLst>
      </pc:sldChg>
      <pc:sldChg chg="add">
        <pc:chgData name="David Berger" userId="2275b9d5-9334-4c58-a03a-7b48b124f799" providerId="ADAL" clId="{BA1486A0-A716-49A7-B055-B7BDC2831958}" dt="2026-10-07T09:43:18.225" v="13" actId="26606"/>
        <pc:sldMkLst>
          <pc:docMk/>
          <pc:sldMk cId="0" sldId="266"/>
        </pc:sldMkLst>
      </pc:sldChg>
      <pc:sldChg chg="modSp add mod">
        <pc:chgData name="David Berger" userId="2275b9d5-9334-4c58-a03a-7b48b124f799" providerId="ADAL" clId="{BA1486A0-A716-49A7-B055-B7BDC2831958}" dt="2026-10-07T09:43:18.390" v="14" actId="27636"/>
        <pc:sldMkLst>
          <pc:docMk/>
          <pc:sldMk cId="0" sldId="267"/>
        </pc:sldMkLst>
        <pc:spChg chg="mod">
          <ac:chgData name="David Berger" userId="2275b9d5-9334-4c58-a03a-7b48b124f799" providerId="ADAL" clId="{BA1486A0-A716-49A7-B055-B7BDC2831958}" dt="2026-10-07T09:43:18.390" v="14" actId="27636"/>
          <ac:spMkLst>
            <pc:docMk/>
            <pc:sldMk cId="0" sldId="267"/>
            <ac:spMk id="11" creationId="{00000000-0000-0000-0000-000000000000}"/>
          </ac:spMkLst>
        </pc:spChg>
      </pc:sldChg>
      <pc:sldChg chg="addSp delSp modSp add mod modNotes">
        <pc:chgData name="David Berger" userId="2275b9d5-9334-4c58-a03a-7b48b124f799" providerId="ADAL" clId="{BA1486A0-A716-49A7-B055-B7BDC2831958}" dt="2026-10-07T13:53:27.850" v="389" actId="26606"/>
        <pc:sldMkLst>
          <pc:docMk/>
          <pc:sldMk cId="0" sldId="268"/>
        </pc:sldMkLst>
        <pc:spChg chg="mod">
          <ac:chgData name="David Berger" userId="2275b9d5-9334-4c58-a03a-7b48b124f799" providerId="ADAL" clId="{BA1486A0-A716-49A7-B055-B7BDC2831958}" dt="2026-10-07T10:02:47.871" v="60" actId="26606"/>
          <ac:spMkLst>
            <pc:docMk/>
            <pc:sldMk cId="0" sldId="268"/>
            <ac:spMk id="16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68"/>
            <ac:spMk id="30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68"/>
            <ac:spMk id="31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68"/>
            <ac:spMk id="32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07T10:02:47.871" v="60" actId="26606"/>
          <ac:picMkLst>
            <pc:docMk/>
            <pc:sldMk cId="0" sldId="268"/>
            <ac:picMk id="21" creationId="{00000000-0000-0000-0000-000000000000}"/>
          </ac:picMkLst>
        </pc:picChg>
        <pc:picChg chg="add mod">
          <ac:chgData name="David Berger" userId="2275b9d5-9334-4c58-a03a-7b48b124f799" providerId="ADAL" clId="{BA1486A0-A716-49A7-B055-B7BDC2831958}" dt="2026-10-07T10:08:07.394" v="64" actId="26606"/>
          <ac:picMkLst>
            <pc:docMk/>
            <pc:sldMk cId="0" sldId="268"/>
            <ac:picMk id="22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0:01:12.515" v="58" actId="26606"/>
          <ac:picMkLst>
            <pc:docMk/>
            <pc:sldMk cId="0" sldId="268"/>
            <ac:picMk id="23" creationId="{00000000-0000-0000-0000-000000000000}"/>
          </ac:picMkLst>
        </pc:picChg>
      </pc:sldChg>
      <pc:sldChg chg="addSp delSp modSp add mod modNotes">
        <pc:chgData name="David Berger" userId="2275b9d5-9334-4c58-a03a-7b48b124f799" providerId="ADAL" clId="{BA1486A0-A716-49A7-B055-B7BDC2831958}" dt="2026-10-07T11:32:46.518" v="95" actId="26606"/>
        <pc:sldMkLst>
          <pc:docMk/>
          <pc:sldMk cId="0" sldId="269"/>
        </pc:sldMkLst>
        <pc:spChg chg="add mod">
          <ac:chgData name="David Berger" userId="2275b9d5-9334-4c58-a03a-7b48b124f799" providerId="ADAL" clId="{BA1486A0-A716-49A7-B055-B7BDC2831958}" dt="2026-10-07T11:32:46.518" v="95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0:13:20.984" v="72" actId="2660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0:13:20.984" v="72" actId="26606"/>
          <ac:spMkLst>
            <pc:docMk/>
            <pc:sldMk cId="0" sldId="269"/>
            <ac:spMk id="16" creationId="{00000000-0000-0000-0000-000000000000}"/>
          </ac:spMkLst>
        </pc:spChg>
        <pc:picChg chg="add">
          <ac:chgData name="David Berger" userId="2275b9d5-9334-4c58-a03a-7b48b124f799" providerId="ADAL" clId="{BA1486A0-A716-49A7-B055-B7BDC2831958}" dt="2026-10-07T10:09:42.378" v="65" actId="26606"/>
          <ac:picMkLst>
            <pc:docMk/>
            <pc:sldMk cId="0" sldId="269"/>
            <ac:picMk id="18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1:32:46.518" v="95" actId="26606"/>
          <ac:picMkLst>
            <pc:docMk/>
            <pc:sldMk cId="0" sldId="269"/>
            <ac:picMk id="19" creationId="{00000000-0000-0000-0000-000000000000}"/>
          </ac:picMkLst>
        </pc:picChg>
      </pc:sldChg>
      <pc:sldChg chg="addSp delSp modSp add mod modNotes">
        <pc:chgData name="David Berger" userId="2275b9d5-9334-4c58-a03a-7b48b124f799" providerId="ADAL" clId="{BA1486A0-A716-49A7-B055-B7BDC2831958}" dt="2026-10-07T11:33:50.992" v="97" actId="26606"/>
        <pc:sldMkLst>
          <pc:docMk/>
          <pc:sldMk cId="0" sldId="270"/>
        </pc:sldMkLst>
        <pc:spChg chg="mod">
          <ac:chgData name="David Berger" userId="2275b9d5-9334-4c58-a03a-7b48b124f799" providerId="ADAL" clId="{BA1486A0-A716-49A7-B055-B7BDC2831958}" dt="2026-10-07T11:33:50.992" v="97" actId="26606"/>
          <ac:spMkLst>
            <pc:docMk/>
            <pc:sldMk cId="0" sldId="270"/>
            <ac:spMk id="2" creationId="{00000000-0000-0000-0000-000000000000}"/>
          </ac:spMkLst>
        </pc:spChg>
        <pc:picChg chg="mod">
          <ac:chgData name="David Berger" userId="2275b9d5-9334-4c58-a03a-7b48b124f799" providerId="ADAL" clId="{BA1486A0-A716-49A7-B055-B7BDC2831958}" dt="2026-10-07T11:28:31.808" v="93" actId="26606"/>
          <ac:picMkLst>
            <pc:docMk/>
            <pc:sldMk cId="0" sldId="270"/>
            <ac:picMk id="6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70"/>
            <ac:picMk id="7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7T11:33:50.992" v="97" actId="26606"/>
        <pc:sldMkLst>
          <pc:docMk/>
          <pc:sldMk cId="0" sldId="271"/>
        </pc:sldMkLst>
        <pc:spChg chg="mod">
          <ac:chgData name="David Berger" userId="2275b9d5-9334-4c58-a03a-7b48b124f799" providerId="ADAL" clId="{BA1486A0-A716-49A7-B055-B7BDC2831958}" dt="2026-10-07T11:33:50.992" v="97" actId="26606"/>
          <ac:spMkLst>
            <pc:docMk/>
            <pc:sldMk cId="0" sldId="271"/>
            <ac:spMk id="2" creationId="{00000000-0000-0000-0000-000000000000}"/>
          </ac:spMkLst>
        </pc:spChg>
        <pc:picChg chg="add">
          <ac:chgData name="David Berger" userId="2275b9d5-9334-4c58-a03a-7b48b124f799" providerId="ADAL" clId="{BA1486A0-A716-49A7-B055-B7BDC2831958}" dt="2026-10-07T10:16:14.945" v="76" actId="26606"/>
          <ac:picMkLst>
            <pc:docMk/>
            <pc:sldMk cId="0" sldId="271"/>
            <ac:picMk id="6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71"/>
            <ac:picMk id="7" creationId="{00000000-0000-0000-0000-000000000000}"/>
          </ac:picMkLst>
        </pc:picChg>
      </pc:sldChg>
      <pc:sldChg chg="addSp modSp add mod">
        <pc:chgData name="David Berger" userId="2275b9d5-9334-4c58-a03a-7b48b124f799" providerId="ADAL" clId="{BA1486A0-A716-49A7-B055-B7BDC2831958}" dt="2026-10-07T11:33:50.992" v="97" actId="26606"/>
        <pc:sldMkLst>
          <pc:docMk/>
          <pc:sldMk cId="0" sldId="272"/>
        </pc:sldMkLst>
        <pc:spChg chg="mod">
          <ac:chgData name="David Berger" userId="2275b9d5-9334-4c58-a03a-7b48b124f799" providerId="ADAL" clId="{BA1486A0-A716-49A7-B055-B7BDC2831958}" dt="2026-10-07T11:33:50.992" v="97" actId="26606"/>
          <ac:spMkLst>
            <pc:docMk/>
            <pc:sldMk cId="0" sldId="272"/>
            <ac:spMk id="2" creationId="{00000000-0000-0000-0000-000000000000}"/>
          </ac:spMkLst>
        </pc:spChg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72"/>
            <ac:picMk id="20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7T14:05:52.172" v="394" actId="26606"/>
        <pc:sldMkLst>
          <pc:docMk/>
          <pc:sldMk cId="0" sldId="273"/>
        </pc:sldMkLst>
        <pc:spChg chg="mod">
          <ac:chgData name="David Berger" userId="2275b9d5-9334-4c58-a03a-7b48b124f799" providerId="ADAL" clId="{BA1486A0-A716-49A7-B055-B7BDC2831958}" dt="2026-10-07T13:47:18.017" v="388" actId="20577"/>
          <ac:spMkLst>
            <pc:docMk/>
            <pc:sldMk cId="0" sldId="273"/>
            <ac:spMk id="2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73"/>
            <ac:spMk id="30" creationId="{00000000-0000-0000-0000-000000000000}"/>
          </ac:spMkLst>
        </pc:spChg>
        <pc:picChg chg="add mod replId">
          <ac:chgData name="David Berger" userId="2275b9d5-9334-4c58-a03a-7b48b124f799" providerId="ADAL" clId="{BA1486A0-A716-49A7-B055-B7BDC2831958}" dt="2026-10-07T14:05:52.055" v="393" actId="26606"/>
          <ac:picMkLst>
            <pc:docMk/>
            <pc:sldMk cId="0" sldId="273"/>
            <ac:picMk id="3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1:50:17.213" v="112" actId="26606"/>
          <ac:picMkLst>
            <pc:docMk/>
            <pc:sldMk cId="0" sldId="273"/>
            <ac:picMk id="20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1:50:17.213" v="112" actId="26606"/>
          <ac:picMkLst>
            <pc:docMk/>
            <pc:sldMk cId="0" sldId="273"/>
            <ac:picMk id="21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1:50:17.213" v="112" actId="26606"/>
          <ac:picMkLst>
            <pc:docMk/>
            <pc:sldMk cId="0" sldId="273"/>
            <ac:picMk id="22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4:05:52.172" v="394" actId="26606"/>
          <ac:picMkLst>
            <pc:docMk/>
            <pc:sldMk cId="0" sldId="273"/>
            <ac:picMk id="40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7T13:53:27.850" v="389" actId="26606"/>
        <pc:sldMkLst>
          <pc:docMk/>
          <pc:sldMk cId="0" sldId="274"/>
        </pc:sldMkLst>
        <pc:spChg chg="mo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74"/>
            <ac:spMk id="2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74"/>
            <ac:spMk id="30" creationId="{00000000-0000-0000-0000-000000000000}"/>
          </ac:spMkLst>
        </pc:spChg>
        <pc:picChg chg="add">
          <ac:chgData name="David Berger" userId="2275b9d5-9334-4c58-a03a-7b48b124f799" providerId="ADAL" clId="{BA1486A0-A716-49A7-B055-B7BDC2831958}" dt="2026-10-07T11:36:57.271" v="99" actId="26606"/>
          <ac:picMkLst>
            <pc:docMk/>
            <pc:sldMk cId="0" sldId="274"/>
            <ac:picMk id="16" creationId="{00000000-0000-0000-0000-000000000000}"/>
          </ac:picMkLst>
        </pc:picChg>
        <pc:cxnChg chg="mod">
          <ac:chgData name="David Berger" userId="2275b9d5-9334-4c58-a03a-7b48b124f799" providerId="ADAL" clId="{BA1486A0-A716-49A7-B055-B7BDC2831958}" dt="2026-10-07T11:36:57.271" v="99" actId="26606"/>
          <ac:cxnSpMkLst>
            <pc:docMk/>
            <pc:sldMk cId="0" sldId="274"/>
            <ac:cxnSpMk id="12" creationId="{00000000-0000-0000-0000-000000000000}"/>
          </ac:cxnSpMkLst>
        </pc:cxnChg>
      </pc:sldChg>
      <pc:sldChg chg="addSp delSp modSp add mod">
        <pc:chgData name="David Berger" userId="2275b9d5-9334-4c58-a03a-7b48b124f799" providerId="ADAL" clId="{BA1486A0-A716-49A7-B055-B7BDC2831958}" dt="2026-10-07T11:36:57.271" v="99" actId="26606"/>
        <pc:sldMkLst>
          <pc:docMk/>
          <pc:sldMk cId="0" sldId="275"/>
        </pc:sldMkLst>
        <pc:spChg chg="mod">
          <ac:chgData name="David Berger" userId="2275b9d5-9334-4c58-a03a-7b48b124f799" providerId="ADAL" clId="{BA1486A0-A716-49A7-B055-B7BDC2831958}" dt="2026-10-07T11:36:57.271" v="99" actId="26606"/>
          <ac:spMkLst>
            <pc:docMk/>
            <pc:sldMk cId="0" sldId="275"/>
            <ac:spMk id="2" creationId="{00000000-0000-0000-0000-000000000000}"/>
          </ac:spMkLst>
        </pc:spChg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75"/>
            <ac:picMk id="18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0:57:35.743" v="91" actId="26606"/>
          <ac:picMkLst>
            <pc:docMk/>
            <pc:sldMk cId="0" sldId="275"/>
            <ac:picMk id="19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7T11:36:57.271" v="99" actId="26606"/>
        <pc:sldMkLst>
          <pc:docMk/>
          <pc:sldMk cId="0" sldId="276"/>
        </pc:sldMkLst>
        <pc:spChg chg="mod">
          <ac:chgData name="David Berger" userId="2275b9d5-9334-4c58-a03a-7b48b124f799" providerId="ADAL" clId="{BA1486A0-A716-49A7-B055-B7BDC2831958}" dt="2026-10-07T11:36:57.271" v="99" actId="26606"/>
          <ac:spMkLst>
            <pc:docMk/>
            <pc:sldMk cId="0" sldId="276"/>
            <ac:spMk id="2" creationId="{00000000-0000-0000-0000-000000000000}"/>
          </ac:spMkLst>
        </pc:spChg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76"/>
            <ac:picMk id="16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0:50:49.382" v="85" actId="26606"/>
          <ac:picMkLst>
            <pc:docMk/>
            <pc:sldMk cId="0" sldId="276"/>
            <ac:picMk id="17" creationId="{00000000-0000-0000-0000-000000000000}"/>
          </ac:picMkLst>
        </pc:picChg>
      </pc:sldChg>
      <pc:sldChg chg="addSp delSp modSp add mod modNotes">
        <pc:chgData name="David Berger" userId="2275b9d5-9334-4c58-a03a-7b48b124f799" providerId="ADAL" clId="{BA1486A0-A716-49A7-B055-B7BDC2831958}" dt="2026-10-07T11:36:57.271" v="99" actId="26606"/>
        <pc:sldMkLst>
          <pc:docMk/>
          <pc:sldMk cId="0" sldId="277"/>
        </pc:sldMkLst>
        <pc:spChg chg="add mod">
          <ac:chgData name="David Berger" userId="2275b9d5-9334-4c58-a03a-7b48b124f799" providerId="ADAL" clId="{BA1486A0-A716-49A7-B055-B7BDC2831958}" dt="2026-10-07T11:36:57.271" v="99" actId="26606"/>
          <ac:spMkLst>
            <pc:docMk/>
            <pc:sldMk cId="0" sldId="277"/>
            <ac:spMk id="2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0:51:58.281" v="87" actId="26606"/>
          <ac:spMkLst>
            <pc:docMk/>
            <pc:sldMk cId="0" sldId="277"/>
            <ac:spMk id="3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0:51:58.281" v="87" actId="26606"/>
          <ac:spMkLst>
            <pc:docMk/>
            <pc:sldMk cId="0" sldId="277"/>
            <ac:spMk id="19" creationId="{00000000-0000-0000-0000-000000000000}"/>
          </ac:spMkLst>
        </pc:spChg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77"/>
            <ac:picMk id="17" creationId="{00000000-0000-0000-0000-000000000000}"/>
          </ac:picMkLst>
        </pc:picChg>
      </pc:sldChg>
      <pc:sldChg chg="addSp modSp add mod modNotes">
        <pc:chgData name="David Berger" userId="2275b9d5-9334-4c58-a03a-7b48b124f799" providerId="ADAL" clId="{BA1486A0-A716-49A7-B055-B7BDC2831958}" dt="2026-10-07T11:36:57.271" v="99" actId="26606"/>
        <pc:sldMkLst>
          <pc:docMk/>
          <pc:sldMk cId="0" sldId="278"/>
        </pc:sldMkLst>
        <pc:spChg chg="mod">
          <ac:chgData name="David Berger" userId="2275b9d5-9334-4c58-a03a-7b48b124f799" providerId="ADAL" clId="{BA1486A0-A716-49A7-B055-B7BDC2831958}" dt="2026-10-07T11:36:57.271" v="99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0:52:41.456" v="88" actId="2660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0:52:41.456" v="88" actId="2660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0:52:41.514" v="89" actId="2763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0:52:41.456" v="88" actId="26606"/>
          <ac:spMkLst>
            <pc:docMk/>
            <pc:sldMk cId="0" sldId="278"/>
            <ac:spMk id="16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07T11:36:57.271" v="99" actId="26606"/>
          <ac:picMkLst>
            <pc:docMk/>
            <pc:sldMk cId="0" sldId="278"/>
            <ac:picMk id="17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1:36:57.271" v="99" actId="26606"/>
          <ac:picMkLst>
            <pc:docMk/>
            <pc:sldMk cId="0" sldId="278"/>
            <ac:picMk id="18" creationId="{00000000-0000-0000-0000-000000000000}"/>
          </ac:picMkLst>
        </pc:picChg>
        <pc:cxnChg chg="mod">
          <ac:chgData name="David Berger" userId="2275b9d5-9334-4c58-a03a-7b48b124f799" providerId="ADAL" clId="{BA1486A0-A716-49A7-B055-B7BDC2831958}" dt="2026-10-07T10:52:41.456" v="88" actId="26606"/>
          <ac:cxnSpMkLst>
            <pc:docMk/>
            <pc:sldMk cId="0" sldId="278"/>
            <ac:cxnSpMk id="12" creationId="{00000000-0000-0000-0000-000000000000}"/>
          </ac:cxnSpMkLst>
        </pc:cxnChg>
        <pc:cxnChg chg="mod">
          <ac:chgData name="David Berger" userId="2275b9d5-9334-4c58-a03a-7b48b124f799" providerId="ADAL" clId="{BA1486A0-A716-49A7-B055-B7BDC2831958}" dt="2026-10-07T10:52:41.456" v="88" actId="26606"/>
          <ac:cxnSpMkLst>
            <pc:docMk/>
            <pc:sldMk cId="0" sldId="278"/>
            <ac:cxnSpMk id="14" creationId="{00000000-0000-0000-0000-000000000000}"/>
          </ac:cxnSpMkLst>
        </pc:cxnChg>
      </pc:sldChg>
      <pc:sldChg chg="addSp delSp modSp add mod">
        <pc:chgData name="David Berger" userId="2275b9d5-9334-4c58-a03a-7b48b124f799" providerId="ADAL" clId="{BA1486A0-A716-49A7-B055-B7BDC2831958}" dt="2026-10-07T14:05:52.172" v="394" actId="26606"/>
        <pc:sldMkLst>
          <pc:docMk/>
          <pc:sldMk cId="0" sldId="279"/>
        </pc:sldMkLst>
        <pc:spChg chg="mo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79"/>
            <ac:spMk id="2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79"/>
            <ac:spMk id="30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79"/>
            <ac:spMk id="31" creationId="{00000000-0000-0000-0000-000000000000}"/>
          </ac:spMkLst>
        </pc:spChg>
        <pc:picChg chg="add mod replId">
          <ac:chgData name="David Berger" userId="2275b9d5-9334-4c58-a03a-7b48b124f799" providerId="ADAL" clId="{BA1486A0-A716-49A7-B055-B7BDC2831958}" dt="2026-10-07T14:05:52.055" v="393" actId="26606"/>
          <ac:picMkLst>
            <pc:docMk/>
            <pc:sldMk cId="0" sldId="279"/>
            <ac:picMk id="3" creationId="{00000000-0000-0000-0000-000000000000}"/>
          </ac:picMkLst>
        </pc:picChg>
        <pc:picChg chg="add mod">
          <ac:chgData name="David Berger" userId="2275b9d5-9334-4c58-a03a-7b48b124f799" providerId="ADAL" clId="{BA1486A0-A716-49A7-B055-B7BDC2831958}" dt="2026-10-07T13:53:27.850" v="389" actId="26606"/>
          <ac:picMkLst>
            <pc:docMk/>
            <pc:sldMk cId="0" sldId="279"/>
            <ac:picMk id="20" creationId="{00000000-0000-0000-0000-000000000000}"/>
          </ac:picMkLst>
        </pc:picChg>
        <pc:picChg chg="add mod">
          <ac:chgData name="David Berger" userId="2275b9d5-9334-4c58-a03a-7b48b124f799" providerId="ADAL" clId="{BA1486A0-A716-49A7-B055-B7BDC2831958}" dt="2026-10-07T13:53:27.850" v="389" actId="26606"/>
          <ac:picMkLst>
            <pc:docMk/>
            <pc:sldMk cId="0" sldId="279"/>
            <ac:picMk id="21" creationId="{00000000-0000-0000-0000-000000000000}"/>
          </ac:picMkLst>
        </pc:picChg>
        <pc:picChg chg="add mod">
          <ac:chgData name="David Berger" userId="2275b9d5-9334-4c58-a03a-7b48b124f799" providerId="ADAL" clId="{BA1486A0-A716-49A7-B055-B7BDC2831958}" dt="2026-10-07T13:53:27.850" v="389" actId="26606"/>
          <ac:picMkLst>
            <pc:docMk/>
            <pc:sldMk cId="0" sldId="279"/>
            <ac:picMk id="22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4:05:52.172" v="394" actId="26606"/>
          <ac:picMkLst>
            <pc:docMk/>
            <pc:sldMk cId="0" sldId="279"/>
            <ac:picMk id="40" creationId="{00000000-0000-0000-0000-000000000000}"/>
          </ac:picMkLst>
        </pc:picChg>
      </pc:sldChg>
      <pc:sldChg chg="addSp delSp modSp add mod modNotes">
        <pc:chgData name="David Berger" userId="2275b9d5-9334-4c58-a03a-7b48b124f799" providerId="ADAL" clId="{BA1486A0-A716-49A7-B055-B7BDC2831958}" dt="2026-10-07T13:53:27.850" v="389" actId="26606"/>
        <pc:sldMkLst>
          <pc:docMk/>
          <pc:sldMk cId="0" sldId="280"/>
        </pc:sldMkLst>
        <pc:spChg chg="mo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80"/>
            <ac:spMk id="2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80"/>
            <ac:spMk id="30" creationId="{00000000-0000-0000-0000-000000000000}"/>
          </ac:spMkLst>
        </pc:spChg>
        <pc:picChg chg="add">
          <ac:chgData name="David Berger" userId="2275b9d5-9334-4c58-a03a-7b48b124f799" providerId="ADAL" clId="{BA1486A0-A716-49A7-B055-B7BDC2831958}" dt="2026-10-07T11:41:02.089" v="101" actId="26606"/>
          <ac:picMkLst>
            <pc:docMk/>
            <pc:sldMk cId="0" sldId="280"/>
            <ac:picMk id="6" creationId="{00000000-0000-0000-0000-000000000000}"/>
          </ac:picMkLst>
        </pc:picChg>
      </pc:sldChg>
      <pc:sldChg chg="addSp delSp modSp add mod setBg setFolMasterObjs">
        <pc:chgData name="David Berger" userId="2275b9d5-9334-4c58-a03a-7b48b124f799" providerId="ADAL" clId="{BA1486A0-A716-49A7-B055-B7BDC2831958}" dt="2026-10-07T13:53:27.850" v="389" actId="26606"/>
        <pc:sldMkLst>
          <pc:docMk/>
          <pc:sldMk cId="0" sldId="281"/>
        </pc:sldMkLst>
        <pc:spChg chg="add del mod replI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81"/>
            <ac:spMk id="3" creationId="{00000000-0000-0000-0000-000000000000}"/>
          </ac:spMkLst>
        </pc:spChg>
        <pc:spChg chg="add del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81"/>
            <ac:spMk id="4" creationId="{00000000-0000-0000-0000-000000000000}"/>
          </ac:spMkLst>
        </pc:spChg>
        <pc:spChg chg="add del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81"/>
            <ac:spMk id="5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07T13:53:27.850" v="389" actId="26606"/>
          <ac:picMkLst>
            <pc:docMk/>
            <pc:sldMk cId="0" sldId="281"/>
            <ac:picMk id="2" creationId="{00000000-0000-0000-0000-000000000000}"/>
          </ac:picMkLst>
        </pc:picChg>
        <pc:picChg chg="add del">
          <ac:chgData name="David Berger" userId="2275b9d5-9334-4c58-a03a-7b48b124f799" providerId="ADAL" clId="{BA1486A0-A716-49A7-B055-B7BDC2831958}" dt="2026-10-07T13:53:27.850" v="389" actId="26606"/>
          <ac:picMkLst>
            <pc:docMk/>
            <pc:sldMk cId="0" sldId="281"/>
            <ac:picMk id="6" creationId="{00000000-0000-0000-0000-000000000000}"/>
          </ac:picMkLst>
        </pc:picChg>
      </pc:sldChg>
      <pc:sldChg chg="addSp add mod">
        <pc:chgData name="David Berger" userId="2275b9d5-9334-4c58-a03a-7b48b124f799" providerId="ADAL" clId="{BA1486A0-A716-49A7-B055-B7BDC2831958}" dt="2026-10-07T10:47:03.105" v="80" actId="26606"/>
        <pc:sldMkLst>
          <pc:docMk/>
          <pc:sldMk cId="0" sldId="282"/>
        </pc:sldMkLst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82"/>
            <ac:picMk id="15" creationId="{00000000-0000-0000-0000-000000000000}"/>
          </ac:picMkLst>
        </pc:picChg>
      </pc:sldChg>
      <pc:sldChg chg="addSp add mod">
        <pc:chgData name="David Berger" userId="2275b9d5-9334-4c58-a03a-7b48b124f799" providerId="ADAL" clId="{BA1486A0-A716-49A7-B055-B7BDC2831958}" dt="2026-10-07T10:47:03.105" v="80" actId="26606"/>
        <pc:sldMkLst>
          <pc:docMk/>
          <pc:sldMk cId="0" sldId="283"/>
        </pc:sldMkLst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83"/>
            <ac:picMk id="15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7T11:41:24.153" v="104" actId="478"/>
        <pc:sldMkLst>
          <pc:docMk/>
          <pc:sldMk cId="0" sldId="284"/>
        </pc:sldMkLst>
        <pc:picChg chg="add">
          <ac:chgData name="David Berger" userId="2275b9d5-9334-4c58-a03a-7b48b124f799" providerId="ADAL" clId="{BA1486A0-A716-49A7-B055-B7BDC2831958}" dt="2026-10-07T10:47:03.105" v="80" actId="26606"/>
          <ac:picMkLst>
            <pc:docMk/>
            <pc:sldMk cId="0" sldId="284"/>
            <ac:picMk id="15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7T14:16:05.455" v="395" actId="20577"/>
        <pc:sldMkLst>
          <pc:docMk/>
          <pc:sldMk cId="0" sldId="285"/>
        </pc:sldMkLst>
        <pc:spChg chg="mod">
          <ac:chgData name="David Berger" userId="2275b9d5-9334-4c58-a03a-7b48b124f799" providerId="ADAL" clId="{BA1486A0-A716-49A7-B055-B7BDC2831958}" dt="2026-10-07T14:16:05.455" v="395" actId="20577"/>
          <ac:spMkLst>
            <pc:docMk/>
            <pc:sldMk cId="0" sldId="285"/>
            <ac:spMk id="2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53:27.850" v="389" actId="26606"/>
          <ac:spMkLst>
            <pc:docMk/>
            <pc:sldMk cId="0" sldId="285"/>
            <ac:spMk id="30" creationId="{00000000-0000-0000-0000-000000000000}"/>
          </ac:spMkLst>
        </pc:spChg>
        <pc:picChg chg="add mod replId">
          <ac:chgData name="David Berger" userId="2275b9d5-9334-4c58-a03a-7b48b124f799" providerId="ADAL" clId="{BA1486A0-A716-49A7-B055-B7BDC2831958}" dt="2026-10-07T14:05:52.055" v="393" actId="26606"/>
          <ac:picMkLst>
            <pc:docMk/>
            <pc:sldMk cId="0" sldId="285"/>
            <ac:picMk id="3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1:50:17.213" v="112" actId="26606"/>
          <ac:picMkLst>
            <pc:docMk/>
            <pc:sldMk cId="0" sldId="285"/>
            <ac:picMk id="20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1:50:17.213" v="112" actId="26606"/>
          <ac:picMkLst>
            <pc:docMk/>
            <pc:sldMk cId="0" sldId="285"/>
            <ac:picMk id="21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4:05:52.172" v="394" actId="26606"/>
          <ac:picMkLst>
            <pc:docMk/>
            <pc:sldMk cId="0" sldId="285"/>
            <ac:picMk id="40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7T14:05:52.172" v="394" actId="26606"/>
        <pc:sldMkLst>
          <pc:docMk/>
          <pc:sldMk cId="0" sldId="286"/>
        </pc:sldMkLst>
        <pc:picChg chg="add mod replId">
          <ac:chgData name="David Berger" userId="2275b9d5-9334-4c58-a03a-7b48b124f799" providerId="ADAL" clId="{BA1486A0-A716-49A7-B055-B7BDC2831958}" dt="2026-10-07T14:05:52.055" v="393" actId="26606"/>
          <ac:picMkLst>
            <pc:docMk/>
            <pc:sldMk cId="0" sldId="286"/>
            <ac:picMk id="3" creationId="{00000000-0000-0000-0000-000000000000}"/>
          </ac:picMkLst>
        </pc:picChg>
        <pc:picChg chg="add mod replId">
          <ac:chgData name="David Berger" userId="2275b9d5-9334-4c58-a03a-7b48b124f799" providerId="ADAL" clId="{BA1486A0-A716-49A7-B055-B7BDC2831958}" dt="2026-10-07T14:05:52.055" v="393" actId="26606"/>
          <ac:picMkLst>
            <pc:docMk/>
            <pc:sldMk cId="0" sldId="286"/>
            <ac:picMk id="6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4:05:52.172" v="394" actId="26606"/>
          <ac:picMkLst>
            <pc:docMk/>
            <pc:sldMk cId="0" sldId="286"/>
            <ac:picMk id="40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4:05:52.172" v="394" actId="26606"/>
          <ac:picMkLst>
            <pc:docMk/>
            <pc:sldMk cId="0" sldId="286"/>
            <ac:picMk id="41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8T09:50:36.117" v="485" actId="26606"/>
        <pc:sldMkLst>
          <pc:docMk/>
          <pc:sldMk cId="0" sldId="287"/>
        </pc:sldMkLst>
        <pc:spChg chg="mod">
          <ac:chgData name="David Berger" userId="2275b9d5-9334-4c58-a03a-7b48b124f799" providerId="ADAL" clId="{BA1486A0-A716-49A7-B055-B7BDC2831958}" dt="2026-10-07T11:55:43.090" v="114" actId="26606"/>
          <ac:spMkLst>
            <pc:docMk/>
            <pc:sldMk cId="0" sldId="287"/>
            <ac:spMk id="2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08T09:50:36.117" v="485" actId="26606"/>
          <ac:picMkLst>
            <pc:docMk/>
            <pc:sldMk cId="0" sldId="287"/>
            <ac:picMk id="12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8T08:59:16.021" v="398" actId="26606"/>
        <pc:sldMkLst>
          <pc:docMk/>
          <pc:sldMk cId="0" sldId="288"/>
        </pc:sldMkLst>
        <pc:spChg chg="mod">
          <ac:chgData name="David Berger" userId="2275b9d5-9334-4c58-a03a-7b48b124f799" providerId="ADAL" clId="{BA1486A0-A716-49A7-B055-B7BDC2831958}" dt="2026-10-07T11:55:43.090" v="114" actId="26606"/>
          <ac:spMkLst>
            <pc:docMk/>
            <pc:sldMk cId="0" sldId="288"/>
            <ac:spMk id="2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08T08:59:16.021" v="398" actId="26606"/>
          <ac:picMkLst>
            <pc:docMk/>
            <pc:sldMk cId="0" sldId="288"/>
            <ac:picMk id="12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8T09:01:45.987" v="400" actId="26606"/>
        <pc:sldMkLst>
          <pc:docMk/>
          <pc:sldMk cId="0" sldId="289"/>
        </pc:sldMkLst>
        <pc:spChg chg="mod">
          <ac:chgData name="David Berger" userId="2275b9d5-9334-4c58-a03a-7b48b124f799" providerId="ADAL" clId="{BA1486A0-A716-49A7-B055-B7BDC2831958}" dt="2026-10-07T11:55:43.090" v="114" actId="26606"/>
          <ac:spMkLst>
            <pc:docMk/>
            <pc:sldMk cId="0" sldId="289"/>
            <ac:spMk id="2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08T09:01:45.987" v="400" actId="26606"/>
          <ac:picMkLst>
            <pc:docMk/>
            <pc:sldMk cId="0" sldId="289"/>
            <ac:picMk id="12" creationId="{00000000-0000-0000-0000-000000000000}"/>
          </ac:picMkLst>
        </pc:picChg>
      </pc:sldChg>
      <pc:sldChg chg="add">
        <pc:chgData name="David Berger" userId="2275b9d5-9334-4c58-a03a-7b48b124f799" providerId="ADAL" clId="{BA1486A0-A716-49A7-B055-B7BDC2831958}" dt="2026-10-07T09:43:18.225" v="13" actId="26606"/>
        <pc:sldMkLst>
          <pc:docMk/>
          <pc:sldMk cId="0" sldId="290"/>
        </pc:sldMkLst>
      </pc:sldChg>
      <pc:sldChg chg="addSp modSp add mod">
        <pc:chgData name="David Berger" userId="2275b9d5-9334-4c58-a03a-7b48b124f799" providerId="ADAL" clId="{BA1486A0-A716-49A7-B055-B7BDC2831958}" dt="2026-10-07T13:17:06.824" v="115" actId="26606"/>
        <pc:sldMkLst>
          <pc:docMk/>
          <pc:sldMk cId="0" sldId="291"/>
        </pc:sldMkLst>
        <pc:spChg chg="mod">
          <ac:chgData name="David Berger" userId="2275b9d5-9334-4c58-a03a-7b48b124f799" providerId="ADAL" clId="{BA1486A0-A716-49A7-B055-B7BDC2831958}" dt="2026-10-07T13:17:06.824" v="115" actId="26606"/>
          <ac:spMkLst>
            <pc:docMk/>
            <pc:sldMk cId="0" sldId="291"/>
            <ac:spMk id="11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3:17:06.824" v="115" actId="26606"/>
          <ac:spMkLst>
            <pc:docMk/>
            <pc:sldMk cId="0" sldId="291"/>
            <ac:spMk id="12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17:06.824" v="115" actId="26606"/>
          <ac:spMkLst>
            <pc:docMk/>
            <pc:sldMk cId="0" sldId="291"/>
            <ac:spMk id="20" creationId="{00000000-0000-0000-0000-000000000000}"/>
          </ac:spMkLst>
        </pc:spChg>
        <pc:cxnChg chg="mod">
          <ac:chgData name="David Berger" userId="2275b9d5-9334-4c58-a03a-7b48b124f799" providerId="ADAL" clId="{BA1486A0-A716-49A7-B055-B7BDC2831958}" dt="2026-10-07T13:17:06.824" v="115" actId="26606"/>
          <ac:cxnSpMkLst>
            <pc:docMk/>
            <pc:sldMk cId="0" sldId="291"/>
            <ac:cxnSpMk id="13" creationId="{00000000-0000-0000-0000-000000000000}"/>
          </ac:cxnSpMkLst>
        </pc:cxnChg>
        <pc:cxnChg chg="mod">
          <ac:chgData name="David Berger" userId="2275b9d5-9334-4c58-a03a-7b48b124f799" providerId="ADAL" clId="{BA1486A0-A716-49A7-B055-B7BDC2831958}" dt="2026-10-07T13:17:06.824" v="115" actId="26606"/>
          <ac:cxnSpMkLst>
            <pc:docMk/>
            <pc:sldMk cId="0" sldId="291"/>
            <ac:cxnSpMk id="14" creationId="{00000000-0000-0000-0000-000000000000}"/>
          </ac:cxnSpMkLst>
        </pc:cxnChg>
        <pc:cxnChg chg="add">
          <ac:chgData name="David Berger" userId="2275b9d5-9334-4c58-a03a-7b48b124f799" providerId="ADAL" clId="{BA1486A0-A716-49A7-B055-B7BDC2831958}" dt="2026-10-07T13:17:06.824" v="115" actId="26606"/>
          <ac:cxnSpMkLst>
            <pc:docMk/>
            <pc:sldMk cId="0" sldId="291"/>
            <ac:cxnSpMk id="21" creationId="{00000000-0000-0000-0000-000000000000}"/>
          </ac:cxnSpMkLst>
        </pc:cxnChg>
      </pc:sldChg>
      <pc:sldChg chg="modSp add mod">
        <pc:chgData name="David Berger" userId="2275b9d5-9334-4c58-a03a-7b48b124f799" providerId="ADAL" clId="{BA1486A0-A716-49A7-B055-B7BDC2831958}" dt="2026-10-07T09:43:18.571" v="51" actId="27636"/>
        <pc:sldMkLst>
          <pc:docMk/>
          <pc:sldMk cId="0" sldId="292"/>
        </pc:sldMkLst>
        <pc:spChg chg="mod">
          <ac:chgData name="David Berger" userId="2275b9d5-9334-4c58-a03a-7b48b124f799" providerId="ADAL" clId="{BA1486A0-A716-49A7-B055-B7BDC2831958}" dt="2026-10-07T09:43:18.571" v="51" actId="27636"/>
          <ac:spMkLst>
            <pc:docMk/>
            <pc:sldMk cId="0" sldId="292"/>
            <ac:spMk id="14" creationId="{00000000-0000-0000-0000-000000000000}"/>
          </ac:spMkLst>
        </pc:spChg>
      </pc:sldChg>
      <pc:sldChg chg="add">
        <pc:chgData name="David Berger" userId="2275b9d5-9334-4c58-a03a-7b48b124f799" providerId="ADAL" clId="{BA1486A0-A716-49A7-B055-B7BDC2831958}" dt="2026-10-07T09:43:18.225" v="13" actId="26606"/>
        <pc:sldMkLst>
          <pc:docMk/>
          <pc:sldMk cId="0" sldId="293"/>
        </pc:sldMkLst>
      </pc:sldChg>
      <pc:sldChg chg="add ord">
        <pc:chgData name="David Berger" userId="2275b9d5-9334-4c58-a03a-7b48b124f799" providerId="ADAL" clId="{BA1486A0-A716-49A7-B055-B7BDC2831958}" dt="2026-10-14T05:56:52.535" v="956"/>
        <pc:sldMkLst>
          <pc:docMk/>
          <pc:sldMk cId="0" sldId="294"/>
        </pc:sldMkLst>
      </pc:sldChg>
      <pc:sldChg chg="addSp modSp add del mod ord modAnim">
        <pc:chgData name="David Berger" userId="2275b9d5-9334-4c58-a03a-7b48b124f799" providerId="ADAL" clId="{BA1486A0-A716-49A7-B055-B7BDC2831958}" dt="2026-10-14T06:04:08.501" v="985" actId="26606"/>
        <pc:sldMkLst>
          <pc:docMk/>
          <pc:sldMk cId="0" sldId="295"/>
        </pc:sldMkLst>
        <pc:spChg chg="mod">
          <ac:chgData name="David Berger" userId="2275b9d5-9334-4c58-a03a-7b48b124f799" providerId="ADAL" clId="{BA1486A0-A716-49A7-B055-B7BDC2831958}" dt="2026-10-11T14:44:42.750" v="548" actId="164"/>
          <ac:spMkLst>
            <pc:docMk/>
            <pc:sldMk cId="0" sldId="295"/>
            <ac:spMk id="11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42.750" v="548" actId="164"/>
          <ac:spMkLst>
            <pc:docMk/>
            <pc:sldMk cId="0" sldId="295"/>
            <ac:spMk id="12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42.750" v="548" actId="164"/>
          <ac:spMkLst>
            <pc:docMk/>
            <pc:sldMk cId="0" sldId="295"/>
            <ac:spMk id="13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45.943" v="549" actId="164"/>
          <ac:spMkLst>
            <pc:docMk/>
            <pc:sldMk cId="0" sldId="295"/>
            <ac:spMk id="14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45.943" v="549" actId="164"/>
          <ac:spMkLst>
            <pc:docMk/>
            <pc:sldMk cId="0" sldId="295"/>
            <ac:spMk id="15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45.943" v="549" actId="164"/>
          <ac:spMkLst>
            <pc:docMk/>
            <pc:sldMk cId="0" sldId="295"/>
            <ac:spMk id="16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49.599" v="550" actId="164"/>
          <ac:spMkLst>
            <pc:docMk/>
            <pc:sldMk cId="0" sldId="295"/>
            <ac:spMk id="17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49.599" v="550" actId="164"/>
          <ac:spMkLst>
            <pc:docMk/>
            <pc:sldMk cId="0" sldId="295"/>
            <ac:spMk id="18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49.599" v="550" actId="164"/>
          <ac:spMkLst>
            <pc:docMk/>
            <pc:sldMk cId="0" sldId="295"/>
            <ac:spMk id="19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5:18.575" v="556" actId="164"/>
          <ac:spMkLst>
            <pc:docMk/>
            <pc:sldMk cId="0" sldId="295"/>
            <ac:spMk id="20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52.367" v="551" actId="164"/>
          <ac:spMkLst>
            <pc:docMk/>
            <pc:sldMk cId="0" sldId="295"/>
            <ac:spMk id="21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1T14:44:52.367" v="551" actId="164"/>
          <ac:spMkLst>
            <pc:docMk/>
            <pc:sldMk cId="0" sldId="295"/>
            <ac:spMk id="22" creationId="{00000000-0000-0000-0000-000000000000}"/>
          </ac:spMkLst>
        </pc:spChg>
        <pc:grpChg chg="add mod">
          <ac:chgData name="David Berger" userId="2275b9d5-9334-4c58-a03a-7b48b124f799" providerId="ADAL" clId="{BA1486A0-A716-49A7-B055-B7BDC2831958}" dt="2026-10-11T14:44:42.750" v="548" actId="164"/>
          <ac:grpSpMkLst>
            <pc:docMk/>
            <pc:sldMk cId="0" sldId="295"/>
            <ac:grpSpMk id="3" creationId="{014BE6D3-2CDD-BE1E-7D7A-5BCB91450461}"/>
          </ac:grpSpMkLst>
        </pc:grpChg>
        <pc:grpChg chg="add mod">
          <ac:chgData name="David Berger" userId="2275b9d5-9334-4c58-a03a-7b48b124f799" providerId="ADAL" clId="{BA1486A0-A716-49A7-B055-B7BDC2831958}" dt="2026-10-11T14:44:45.943" v="549" actId="164"/>
          <ac:grpSpMkLst>
            <pc:docMk/>
            <pc:sldMk cId="0" sldId="295"/>
            <ac:grpSpMk id="6" creationId="{485C1FC5-AD7E-64F9-870E-5B060BA04757}"/>
          </ac:grpSpMkLst>
        </pc:grpChg>
        <pc:grpChg chg="add mod">
          <ac:chgData name="David Berger" userId="2275b9d5-9334-4c58-a03a-7b48b124f799" providerId="ADAL" clId="{BA1486A0-A716-49A7-B055-B7BDC2831958}" dt="2026-10-11T14:44:49.599" v="550" actId="164"/>
          <ac:grpSpMkLst>
            <pc:docMk/>
            <pc:sldMk cId="0" sldId="295"/>
            <ac:grpSpMk id="7" creationId="{4E2439B6-0EEF-E14C-F5BE-1DEE98E9883C}"/>
          </ac:grpSpMkLst>
        </pc:grpChg>
        <pc:grpChg chg="add mod">
          <ac:chgData name="David Berger" userId="2275b9d5-9334-4c58-a03a-7b48b124f799" providerId="ADAL" clId="{BA1486A0-A716-49A7-B055-B7BDC2831958}" dt="2026-10-11T14:45:18.575" v="556" actId="164"/>
          <ac:grpSpMkLst>
            <pc:docMk/>
            <pc:sldMk cId="0" sldId="295"/>
            <ac:grpSpMk id="8" creationId="{06F49DC1-6B38-FB3A-3151-D7E0BD34590A}"/>
          </ac:grpSpMkLst>
        </pc:grpChg>
        <pc:grpChg chg="add mod">
          <ac:chgData name="David Berger" userId="2275b9d5-9334-4c58-a03a-7b48b124f799" providerId="ADAL" clId="{BA1486A0-A716-49A7-B055-B7BDC2831958}" dt="2026-10-11T14:45:18.575" v="556" actId="164"/>
          <ac:grpSpMkLst>
            <pc:docMk/>
            <pc:sldMk cId="0" sldId="295"/>
            <ac:grpSpMk id="9" creationId="{37850E2D-7AD5-BEEB-E20D-DBE4C8C67740}"/>
          </ac:grpSpMkLst>
        </pc:grpChg>
      </pc:sldChg>
      <pc:sldChg chg="modSp add mod ord">
        <pc:chgData name="David Berger" userId="2275b9d5-9334-4c58-a03a-7b48b124f799" providerId="ADAL" clId="{BA1486A0-A716-49A7-B055-B7BDC2831958}" dt="2026-10-13T18:30:56.409" v="585" actId="5793"/>
        <pc:sldMkLst>
          <pc:docMk/>
          <pc:sldMk cId="0" sldId="296"/>
        </pc:sldMkLst>
        <pc:graphicFrameChg chg="modGraphic">
          <ac:chgData name="David Berger" userId="2275b9d5-9334-4c58-a03a-7b48b124f799" providerId="ADAL" clId="{BA1486A0-A716-49A7-B055-B7BDC2831958}" dt="2026-10-13T18:30:56.409" v="585" actId="5793"/>
          <ac:graphicFrameMkLst>
            <pc:docMk/>
            <pc:sldMk cId="0" sldId="296"/>
            <ac:graphicFrameMk id="11" creationId="{00000000-0000-0000-0000-000000000000}"/>
          </ac:graphicFrameMkLst>
        </pc:graphicFrameChg>
      </pc:sldChg>
      <pc:sldChg chg="addSp modSp add del modAnim">
        <pc:chgData name="David Berger" userId="2275b9d5-9334-4c58-a03a-7b48b124f799" providerId="ADAL" clId="{BA1486A0-A716-49A7-B055-B7BDC2831958}" dt="2026-10-14T05:59:46.980" v="957" actId="47"/>
        <pc:sldMkLst>
          <pc:docMk/>
          <pc:sldMk cId="0" sldId="297"/>
        </pc:sldMkLst>
      </pc:sldChg>
      <pc:sldChg chg="addSp modSp add mod">
        <pc:chgData name="David Berger" userId="2275b9d5-9334-4c58-a03a-7b48b124f799" providerId="ADAL" clId="{BA1486A0-A716-49A7-B055-B7BDC2831958}" dt="2026-10-07T13:22:09.785" v="148" actId="26606"/>
        <pc:sldMkLst>
          <pc:docMk/>
          <pc:sldMk cId="0" sldId="298"/>
        </pc:sldMkLst>
        <pc:picChg chg="add mod modCrop">
          <ac:chgData name="David Berger" userId="2275b9d5-9334-4c58-a03a-7b48b124f799" providerId="ADAL" clId="{BA1486A0-A716-49A7-B055-B7BDC2831958}" dt="2026-10-07T13:22:09.785" v="148" actId="26606"/>
          <ac:picMkLst>
            <pc:docMk/>
            <pc:sldMk cId="0" sldId="298"/>
            <ac:picMk id="6" creationId="{F544D70A-A4B4-3F63-DBE2-C9B60D731B86}"/>
          </ac:picMkLst>
        </pc:picChg>
        <pc:picChg chg="add mod">
          <ac:chgData name="David Berger" userId="2275b9d5-9334-4c58-a03a-7b48b124f799" providerId="ADAL" clId="{BA1486A0-A716-49A7-B055-B7BDC2831958}" dt="2026-10-07T13:19:03.788" v="129" actId="1076"/>
          <ac:picMkLst>
            <pc:docMk/>
            <pc:sldMk cId="0" sldId="298"/>
            <ac:picMk id="8" creationId="{12169FE0-67CF-00BD-FBB8-BC14E1868ECE}"/>
          </ac:picMkLst>
        </pc:picChg>
      </pc:sldChg>
      <pc:sldChg chg="addSp modSp add mod">
        <pc:chgData name="David Berger" userId="2275b9d5-9334-4c58-a03a-7b48b124f799" providerId="ADAL" clId="{BA1486A0-A716-49A7-B055-B7BDC2831958}" dt="2026-10-07T13:19:30.894" v="133" actId="732"/>
        <pc:sldMkLst>
          <pc:docMk/>
          <pc:sldMk cId="0" sldId="299"/>
        </pc:sldMkLst>
        <pc:picChg chg="add mod modCrop">
          <ac:chgData name="David Berger" userId="2275b9d5-9334-4c58-a03a-7b48b124f799" providerId="ADAL" clId="{BA1486A0-A716-49A7-B055-B7BDC2831958}" dt="2026-10-07T13:19:30.894" v="133" actId="732"/>
          <ac:picMkLst>
            <pc:docMk/>
            <pc:sldMk cId="0" sldId="299"/>
            <ac:picMk id="6" creationId="{76C5D82A-9453-AB18-79D4-99B9166994F3}"/>
          </ac:picMkLst>
        </pc:picChg>
      </pc:sldChg>
      <pc:sldChg chg="addSp modSp add mod">
        <pc:chgData name="David Berger" userId="2275b9d5-9334-4c58-a03a-7b48b124f799" providerId="ADAL" clId="{BA1486A0-A716-49A7-B055-B7BDC2831958}" dt="2026-10-07T13:20:00.526" v="135" actId="1076"/>
        <pc:sldMkLst>
          <pc:docMk/>
          <pc:sldMk cId="0" sldId="300"/>
        </pc:sldMkLst>
        <pc:picChg chg="add mod">
          <ac:chgData name="David Berger" userId="2275b9d5-9334-4c58-a03a-7b48b124f799" providerId="ADAL" clId="{BA1486A0-A716-49A7-B055-B7BDC2831958}" dt="2026-10-07T13:20:00.526" v="135" actId="1076"/>
          <ac:picMkLst>
            <pc:docMk/>
            <pc:sldMk cId="0" sldId="300"/>
            <ac:picMk id="6" creationId="{062636FE-9E92-92C3-757A-77B73B116B73}"/>
          </ac:picMkLst>
        </pc:picChg>
      </pc:sldChg>
      <pc:sldChg chg="add del">
        <pc:chgData name="David Berger" userId="2275b9d5-9334-4c58-a03a-7b48b124f799" providerId="ADAL" clId="{BA1486A0-A716-49A7-B055-B7BDC2831958}" dt="2026-10-13T17:10:39.461" v="565" actId="47"/>
        <pc:sldMkLst>
          <pc:docMk/>
          <pc:sldMk cId="0" sldId="301"/>
        </pc:sldMkLst>
      </pc:sldChg>
      <pc:sldChg chg="add">
        <pc:chgData name="David Berger" userId="2275b9d5-9334-4c58-a03a-7b48b124f799" providerId="ADAL" clId="{BA1486A0-A716-49A7-B055-B7BDC2831958}" dt="2026-10-07T09:43:18.225" v="13" actId="26606"/>
        <pc:sldMkLst>
          <pc:docMk/>
          <pc:sldMk cId="0" sldId="302"/>
        </pc:sldMkLst>
      </pc:sldChg>
      <pc:sldChg chg="addSp modSp add mod">
        <pc:chgData name="David Berger" userId="2275b9d5-9334-4c58-a03a-7b48b124f799" providerId="ADAL" clId="{BA1486A0-A716-49A7-B055-B7BDC2831958}" dt="2026-10-08T09:48:23.856" v="412" actId="1076"/>
        <pc:sldMkLst>
          <pc:docMk/>
          <pc:sldMk cId="0" sldId="303"/>
        </pc:sldMkLst>
        <pc:spChg chg="add mod">
          <ac:chgData name="David Berger" userId="2275b9d5-9334-4c58-a03a-7b48b124f799" providerId="ADAL" clId="{BA1486A0-A716-49A7-B055-B7BDC2831958}" dt="2026-10-08T09:48:23.856" v="412" actId="1076"/>
          <ac:spMkLst>
            <pc:docMk/>
            <pc:sldMk cId="0" sldId="303"/>
            <ac:spMk id="3" creationId="{D16E58CC-1B4A-2FB1-8D4C-7FE45A1CCB69}"/>
          </ac:spMkLst>
        </pc:spChg>
        <pc:picChg chg="add mod modCrop">
          <ac:chgData name="David Berger" userId="2275b9d5-9334-4c58-a03a-7b48b124f799" providerId="ADAL" clId="{BA1486A0-A716-49A7-B055-B7BDC2831958}" dt="2026-10-08T09:48:18.176" v="411" actId="1076"/>
          <ac:picMkLst>
            <pc:docMk/>
            <pc:sldMk cId="0" sldId="303"/>
            <ac:picMk id="6" creationId="{BA853F57-0041-9555-76A5-BBD5E41884E8}"/>
          </ac:picMkLst>
        </pc:picChg>
      </pc:sldChg>
      <pc:sldChg chg="add ord">
        <pc:chgData name="David Berger" userId="2275b9d5-9334-4c58-a03a-7b48b124f799" providerId="ADAL" clId="{BA1486A0-A716-49A7-B055-B7BDC2831958}" dt="2026-10-14T06:02:10.819" v="959"/>
        <pc:sldMkLst>
          <pc:docMk/>
          <pc:sldMk cId="0" sldId="304"/>
        </pc:sldMkLst>
      </pc:sldChg>
      <pc:sldChg chg="delSp add mod ord">
        <pc:chgData name="David Berger" userId="2275b9d5-9334-4c58-a03a-7b48b124f799" providerId="ADAL" clId="{BA1486A0-A716-49A7-B055-B7BDC2831958}" dt="2026-10-08T09:48:40.320" v="414"/>
        <pc:sldMkLst>
          <pc:docMk/>
          <pc:sldMk cId="0" sldId="305"/>
        </pc:sldMkLst>
      </pc:sldChg>
      <pc:sldChg chg="modSp add mod">
        <pc:chgData name="David Berger" userId="2275b9d5-9334-4c58-a03a-7b48b124f799" providerId="ADAL" clId="{BA1486A0-A716-49A7-B055-B7BDC2831958}" dt="2026-10-07T13:22:39.166" v="167" actId="20577"/>
        <pc:sldMkLst>
          <pc:docMk/>
          <pc:sldMk cId="0" sldId="306"/>
        </pc:sldMkLst>
        <pc:spChg chg="mod">
          <ac:chgData name="David Berger" userId="2275b9d5-9334-4c58-a03a-7b48b124f799" providerId="ADAL" clId="{BA1486A0-A716-49A7-B055-B7BDC2831958}" dt="2026-10-07T13:22:34.557" v="156" actId="20577"/>
          <ac:spMkLst>
            <pc:docMk/>
            <pc:sldMk cId="0" sldId="306"/>
            <ac:spMk id="15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3:22:39.166" v="167" actId="20577"/>
          <ac:spMkLst>
            <pc:docMk/>
            <pc:sldMk cId="0" sldId="306"/>
            <ac:spMk id="16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3:21:46.490" v="147" actId="20577"/>
          <ac:spMkLst>
            <pc:docMk/>
            <pc:sldMk cId="0" sldId="306"/>
            <ac:spMk id="17" creationId="{00000000-0000-0000-0000-000000000000}"/>
          </ac:spMkLst>
        </pc:spChg>
      </pc:sldChg>
      <pc:sldChg chg="addSp add mod">
        <pc:chgData name="David Berger" userId="2275b9d5-9334-4c58-a03a-7b48b124f799" providerId="ADAL" clId="{BA1486A0-A716-49A7-B055-B7BDC2831958}" dt="2026-10-07T13:24:26.035" v="254" actId="26606"/>
        <pc:sldMkLst>
          <pc:docMk/>
          <pc:sldMk cId="0" sldId="307"/>
        </pc:sldMkLst>
        <pc:grpChg chg="add">
          <ac:chgData name="David Berger" userId="2275b9d5-9334-4c58-a03a-7b48b124f799" providerId="ADAL" clId="{BA1486A0-A716-49A7-B055-B7BDC2831958}" dt="2026-10-07T13:24:26.035" v="254" actId="26606"/>
          <ac:grpSpMkLst>
            <pc:docMk/>
            <pc:sldMk cId="0" sldId="307"/>
            <ac:grpSpMk id="30" creationId="{00000000-0000-0000-0000-000000000000}"/>
          </ac:grpSpMkLst>
        </pc:grpChg>
      </pc:sldChg>
      <pc:sldChg chg="addSp delSp modSp add del mod modAnim">
        <pc:chgData name="David Berger" userId="2275b9d5-9334-4c58-a03a-7b48b124f799" providerId="ADAL" clId="{BA1486A0-A716-49A7-B055-B7BDC2831958}" dt="2026-10-13T18:37:41.190" v="598" actId="26606"/>
        <pc:sldMkLst>
          <pc:docMk/>
          <pc:sldMk cId="0" sldId="308"/>
        </pc:sldMkLst>
        <pc:spChg chg="add del">
          <ac:chgData name="David Berger" userId="2275b9d5-9334-4c58-a03a-7b48b124f799" providerId="ADAL" clId="{BA1486A0-A716-49A7-B055-B7BDC2831958}" dt="2026-10-13T18:35:10.024" v="589" actId="22"/>
          <ac:spMkLst>
            <pc:docMk/>
            <pc:sldMk cId="0" sldId="308"/>
            <ac:spMk id="6" creationId="{3DD3079D-6524-F5E7-7606-148FA804CDAE}"/>
          </ac:spMkLst>
        </pc:spChg>
        <pc:spChg chg="add del">
          <ac:chgData name="David Berger" userId="2275b9d5-9334-4c58-a03a-7b48b124f799" providerId="ADAL" clId="{BA1486A0-A716-49A7-B055-B7BDC2831958}" dt="2026-10-13T18:35:12.318" v="591" actId="22"/>
          <ac:spMkLst>
            <pc:docMk/>
            <pc:sldMk cId="0" sldId="308"/>
            <ac:spMk id="8" creationId="{89FF44D7-9B0D-AA91-3C20-CF3678D02819}"/>
          </ac:spMkLst>
        </pc:spChg>
        <pc:spChg chg="add del mod">
          <ac:chgData name="David Berger" userId="2275b9d5-9334-4c58-a03a-7b48b124f799" providerId="ADAL" clId="{BA1486A0-A716-49A7-B055-B7BDC2831958}" dt="2026-10-13T18:35:31.981" v="597" actId="22"/>
          <ac:spMkLst>
            <pc:docMk/>
            <pc:sldMk cId="0" sldId="308"/>
            <ac:spMk id="10" creationId="{B34EE4CB-3E1C-09B3-A2C5-8DF239B86ED5}"/>
          </ac:spMkLst>
        </pc:spChg>
        <pc:spChg chg="mod">
          <ac:chgData name="David Berger" userId="2275b9d5-9334-4c58-a03a-7b48b124f799" providerId="ADAL" clId="{BA1486A0-A716-49A7-B055-B7BDC2831958}" dt="2026-10-07T13:23:25.824" v="171" actId="113"/>
          <ac:spMkLst>
            <pc:docMk/>
            <pc:sldMk cId="0" sldId="308"/>
            <ac:spMk id="11" creationId="{00000000-0000-0000-0000-000000000000}"/>
          </ac:spMkLst>
        </pc:spChg>
      </pc:sldChg>
      <pc:sldChg chg="modSp add del mod">
        <pc:chgData name="David Berger" userId="2275b9d5-9334-4c58-a03a-7b48b124f799" providerId="ADAL" clId="{BA1486A0-A716-49A7-B055-B7BDC2831958}" dt="2026-10-14T06:02:46.734" v="970" actId="20577"/>
        <pc:sldMkLst>
          <pc:docMk/>
          <pc:sldMk cId="0" sldId="309"/>
        </pc:sldMkLst>
        <pc:spChg chg="mod">
          <ac:chgData name="David Berger" userId="2275b9d5-9334-4c58-a03a-7b48b124f799" providerId="ADAL" clId="{BA1486A0-A716-49A7-B055-B7BDC2831958}" dt="2026-10-14T06:02:46.734" v="970" actId="20577"/>
          <ac:spMkLst>
            <pc:docMk/>
            <pc:sldMk cId="0" sldId="309"/>
            <ac:spMk id="2" creationId="{00000000-0000-0000-0000-000000000000}"/>
          </ac:spMkLst>
        </pc:spChg>
        <pc:graphicFrameChg chg="add mod modGraphic">
          <ac:chgData name="David Berger" userId="2275b9d5-9334-4c58-a03a-7b48b124f799" providerId="ADAL" clId="{BA1486A0-A716-49A7-B055-B7BDC2831958}" dt="2026-10-13T18:41:16.171" v="767" actId="20577"/>
          <ac:graphicFrameMkLst>
            <pc:docMk/>
            <pc:sldMk cId="0" sldId="309"/>
            <ac:graphicFrameMk id="11" creationId="{00000000-0000-0000-0000-000000000000}"/>
          </ac:graphicFrameMkLst>
        </pc:graphicFrameChg>
      </pc:sldChg>
      <pc:sldChg chg="addSp add mod">
        <pc:chgData name="David Berger" userId="2275b9d5-9334-4c58-a03a-7b48b124f799" providerId="ADAL" clId="{BA1486A0-A716-49A7-B055-B7BDC2831958}" dt="2026-10-07T13:30:28.942" v="327" actId="26606"/>
        <pc:sldMkLst>
          <pc:docMk/>
          <pc:sldMk cId="0" sldId="310"/>
        </pc:sldMkLst>
        <pc:spChg chg="add">
          <ac:chgData name="David Berger" userId="2275b9d5-9334-4c58-a03a-7b48b124f799" providerId="ADAL" clId="{BA1486A0-A716-49A7-B055-B7BDC2831958}" dt="2026-10-07T13:30:28.942" v="327" actId="26606"/>
          <ac:spMkLst>
            <pc:docMk/>
            <pc:sldMk cId="0" sldId="310"/>
            <ac:spMk id="4" creationId="{00000000-0000-0000-0000-000000000000}"/>
          </ac:spMkLst>
        </pc:spChg>
      </pc:sldChg>
      <pc:sldChg chg="addSp delSp modSp add mod">
        <pc:chgData name="David Berger" userId="2275b9d5-9334-4c58-a03a-7b48b124f799" providerId="ADAL" clId="{BA1486A0-A716-49A7-B055-B7BDC2831958}" dt="2026-10-14T06:03:38.294" v="984" actId="115"/>
        <pc:sldMkLst>
          <pc:docMk/>
          <pc:sldMk cId="0" sldId="311"/>
        </pc:sldMkLst>
        <pc:spChg chg="mod">
          <ac:chgData name="David Berger" userId="2275b9d5-9334-4c58-a03a-7b48b124f799" providerId="ADAL" clId="{BA1486A0-A716-49A7-B055-B7BDC2831958}" dt="2026-10-14T06:03:38.294" v="984" actId="115"/>
          <ac:spMkLst>
            <pc:docMk/>
            <pc:sldMk cId="0" sldId="311"/>
            <ac:spMk id="2" creationId="{00000000-0000-0000-0000-000000000000}"/>
          </ac:spMkLst>
        </pc:spChg>
        <pc:spChg chg="mod ord">
          <ac:chgData name="David Berger" userId="2275b9d5-9334-4c58-a03a-7b48b124f799" providerId="ADAL" clId="{BA1486A0-A716-49A7-B055-B7BDC2831958}" dt="2026-10-07T13:38:54.531" v="333" actId="113"/>
          <ac:spMkLst>
            <pc:docMk/>
            <pc:sldMk cId="0" sldId="311"/>
            <ac:spMk id="13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07T13:38:56.347" v="336" actId="113"/>
          <ac:spMkLst>
            <pc:docMk/>
            <pc:sldMk cId="0" sldId="311"/>
            <ac:spMk id="16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36:04.246" v="330" actId="26606"/>
          <ac:spMkLst>
            <pc:docMk/>
            <pc:sldMk cId="0" sldId="311"/>
            <ac:spMk id="21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36:04.246" v="330" actId="26606"/>
          <ac:spMkLst>
            <pc:docMk/>
            <pc:sldMk cId="0" sldId="311"/>
            <ac:spMk id="22" creationId="{00000000-0000-0000-0000-000000000000}"/>
          </ac:spMkLst>
        </pc:spChg>
        <pc:spChg chg="add mod">
          <ac:chgData name="David Berger" userId="2275b9d5-9334-4c58-a03a-7b48b124f799" providerId="ADAL" clId="{BA1486A0-A716-49A7-B055-B7BDC2831958}" dt="2026-10-08T09:53:03.442" v="540" actId="6549"/>
          <ac:spMkLst>
            <pc:docMk/>
            <pc:sldMk cId="0" sldId="311"/>
            <ac:spMk id="31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07T13:36:04.246" v="330" actId="26606"/>
          <ac:spMkLst>
            <pc:docMk/>
            <pc:sldMk cId="0" sldId="311"/>
            <ac:spMk id="34" creationId="{00000000-0000-0000-0000-000000000000}"/>
          </ac:spMkLst>
        </pc:spChg>
        <pc:picChg chg="mod">
          <ac:chgData name="David Berger" userId="2275b9d5-9334-4c58-a03a-7b48b124f799" providerId="ADAL" clId="{BA1486A0-A716-49A7-B055-B7BDC2831958}" dt="2026-10-07T13:40:39.015" v="337" actId="26606"/>
          <ac:picMkLst>
            <pc:docMk/>
            <pc:sldMk cId="0" sldId="311"/>
            <ac:picMk id="20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07T14:05:52.172" v="394" actId="26606"/>
        <pc:sldMkLst>
          <pc:docMk/>
          <pc:sldMk cId="0" sldId="312"/>
        </pc:sldMkLst>
        <pc:picChg chg="add mod replId">
          <ac:chgData name="David Berger" userId="2275b9d5-9334-4c58-a03a-7b48b124f799" providerId="ADAL" clId="{BA1486A0-A716-49A7-B055-B7BDC2831958}" dt="2026-10-07T14:05:52.055" v="393" actId="26606"/>
          <ac:picMkLst>
            <pc:docMk/>
            <pc:sldMk cId="0" sldId="312"/>
            <ac:picMk id="3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07T14:05:52.172" v="394" actId="26606"/>
          <ac:picMkLst>
            <pc:docMk/>
            <pc:sldMk cId="0" sldId="312"/>
            <ac:picMk id="40" creationId="{00000000-0000-0000-0000-000000000000}"/>
          </ac:picMkLst>
        </pc:picChg>
      </pc:sldChg>
      <pc:sldChg chg="addSp delSp modSp add del mod">
        <pc:chgData name="David Berger" userId="2275b9d5-9334-4c58-a03a-7b48b124f799" providerId="ADAL" clId="{BA1486A0-A716-49A7-B055-B7BDC2831958}" dt="2026-10-13T18:48:50.764" v="789" actId="478"/>
        <pc:sldMkLst>
          <pc:docMk/>
          <pc:sldMk cId="0" sldId="313"/>
        </pc:sldMkLst>
        <pc:spChg chg="add del">
          <ac:chgData name="David Berger" userId="2275b9d5-9334-4c58-a03a-7b48b124f799" providerId="ADAL" clId="{BA1486A0-A716-49A7-B055-B7BDC2831958}" dt="2026-10-13T18:48:48.643" v="788" actId="478"/>
          <ac:spMkLst>
            <pc:docMk/>
            <pc:sldMk cId="0" sldId="313"/>
            <ac:spMk id="2" creationId="{00000000-0000-0000-0000-000000000000}"/>
          </ac:spMkLst>
        </pc:spChg>
        <pc:spChg chg="del mod replId">
          <ac:chgData name="David Berger" userId="2275b9d5-9334-4c58-a03a-7b48b124f799" providerId="ADAL" clId="{BA1486A0-A716-49A7-B055-B7BDC2831958}" dt="2026-10-13T18:48:34.890" v="781" actId="26606"/>
          <ac:spMkLst>
            <pc:docMk/>
            <pc:sldMk cId="0" sldId="313"/>
            <ac:spMk id="8" creationId="{00000000-0000-0000-0000-000000000000}"/>
          </ac:spMkLst>
        </pc:spChg>
        <pc:spChg chg="add del mod">
          <ac:chgData name="David Berger" userId="2275b9d5-9334-4c58-a03a-7b48b124f799" providerId="ADAL" clId="{BA1486A0-A716-49A7-B055-B7BDC2831958}" dt="2026-10-13T18:48:50.764" v="789" actId="478"/>
          <ac:spMkLst>
            <pc:docMk/>
            <pc:sldMk cId="0" sldId="313"/>
            <ac:spMk id="10" creationId="{5CDFAADE-6EE0-B6EC-9B9C-B45A7AFF893B}"/>
          </ac:spMkLst>
        </pc:spChg>
        <pc:spChg chg="mod">
          <ac:chgData name="David Berger" userId="2275b9d5-9334-4c58-a03a-7b48b124f799" providerId="ADAL" clId="{BA1486A0-A716-49A7-B055-B7BDC2831958}" dt="2026-10-13T18:48:44.678" v="786" actId="313"/>
          <ac:spMkLst>
            <pc:docMk/>
            <pc:sldMk cId="0" sldId="313"/>
            <ac:spMk id="11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3T18:47:04.034" v="771" actId="27636"/>
          <ac:spMkLst>
            <pc:docMk/>
            <pc:sldMk cId="0" sldId="313"/>
            <ac:spMk id="24" creationId="{00000000-0000-0000-0000-000000000000}"/>
          </ac:spMkLst>
        </pc:spChg>
      </pc:sldChg>
      <pc:sldChg chg="add">
        <pc:chgData name="David Berger" userId="2275b9d5-9334-4c58-a03a-7b48b124f799" providerId="ADAL" clId="{BA1486A0-A716-49A7-B055-B7BDC2831958}" dt="2026-10-07T09:43:18.225" v="13" actId="26606"/>
        <pc:sldMkLst>
          <pc:docMk/>
          <pc:sldMk cId="0" sldId="314"/>
        </pc:sldMkLst>
      </pc:sldChg>
      <pc:sldChg chg="modSp add mod modNotes">
        <pc:chgData name="David Berger" userId="2275b9d5-9334-4c58-a03a-7b48b124f799" providerId="ADAL" clId="{BA1486A0-A716-49A7-B055-B7BDC2831958}" dt="2026-10-14T06:16:00.065" v="1005"/>
        <pc:sldMkLst>
          <pc:docMk/>
          <pc:sldMk cId="0" sldId="315"/>
        </pc:sldMkLst>
        <pc:spChg chg="mod">
          <ac:chgData name="David Berger" userId="2275b9d5-9334-4c58-a03a-7b48b124f799" providerId="ADAL" clId="{BA1486A0-A716-49A7-B055-B7BDC2831958}" dt="2026-10-14T06:15:50.379" v="1004" actId="26606"/>
          <ac:spMkLst>
            <pc:docMk/>
            <pc:sldMk cId="0" sldId="315"/>
            <ac:spMk id="12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4T06:15:50.379" v="1004" actId="26606"/>
          <ac:spMkLst>
            <pc:docMk/>
            <pc:sldMk cId="0" sldId="315"/>
            <ac:spMk id="13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4T06:15:50.379" v="1004" actId="26606"/>
          <ac:spMkLst>
            <pc:docMk/>
            <pc:sldMk cId="0" sldId="315"/>
            <ac:spMk id="14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4T06:16:00.065" v="1005"/>
          <ac:spMkLst>
            <pc:docMk/>
            <pc:sldMk cId="0" sldId="315"/>
            <ac:spMk id="16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4T06:15:18.248" v="996" actId="20577"/>
          <ac:spMkLst>
            <pc:docMk/>
            <pc:sldMk cId="0" sldId="315"/>
            <ac:spMk id="18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4T06:15:50.379" v="1004" actId="26606"/>
          <ac:spMkLst>
            <pc:docMk/>
            <pc:sldMk cId="0" sldId="315"/>
            <ac:spMk id="23" creationId="{00000000-0000-0000-0000-000000000000}"/>
          </ac:spMkLst>
        </pc:spChg>
      </pc:sldChg>
      <pc:sldChg chg="modSp add del mod modAnim">
        <pc:chgData name="David Berger" userId="2275b9d5-9334-4c58-a03a-7b48b124f799" providerId="ADAL" clId="{BA1486A0-A716-49A7-B055-B7BDC2831958}" dt="2026-10-14T06:22:32.178" v="1016" actId="14100"/>
        <pc:sldMkLst>
          <pc:docMk/>
          <pc:sldMk cId="0" sldId="316"/>
        </pc:sldMkLst>
        <pc:spChg chg="mod">
          <ac:chgData name="David Berger" userId="2275b9d5-9334-4c58-a03a-7b48b124f799" providerId="ADAL" clId="{BA1486A0-A716-49A7-B055-B7BDC2831958}" dt="2026-10-13T18:53:59.747" v="799" actId="26606"/>
          <ac:spMkLst>
            <pc:docMk/>
            <pc:sldMk cId="0" sldId="316"/>
            <ac:spMk id="2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4T06:22:32.178" v="1016" actId="14100"/>
          <ac:spMkLst>
            <pc:docMk/>
            <pc:sldMk cId="0" sldId="316"/>
            <ac:spMk id="14" creationId="{00000000-0000-0000-0000-000000000000}"/>
          </ac:spMkLst>
        </pc:spChg>
      </pc:sldChg>
      <pc:sldChg chg="addSp modSp add del mod modAnim">
        <pc:chgData name="David Berger" userId="2275b9d5-9334-4c58-a03a-7b48b124f799" providerId="ADAL" clId="{BA1486A0-A716-49A7-B055-B7BDC2831958}" dt="2026-10-13T18:55:28.942" v="805"/>
        <pc:sldMkLst>
          <pc:docMk/>
          <pc:sldMk cId="0" sldId="317"/>
        </pc:sldMkLst>
        <pc:spChg chg="mod">
          <ac:chgData name="David Berger" userId="2275b9d5-9334-4c58-a03a-7b48b124f799" providerId="ADAL" clId="{BA1486A0-A716-49A7-B055-B7BDC2831958}" dt="2026-10-13T18:53:59.747" v="799" actId="26606"/>
          <ac:spMkLst>
            <pc:docMk/>
            <pc:sldMk cId="0" sldId="317"/>
            <ac:spMk id="2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3T18:55:26.538" v="803" actId="1076"/>
          <ac:spMkLst>
            <pc:docMk/>
            <pc:sldMk cId="0" sldId="317"/>
            <ac:spMk id="20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13T18:48:02.905" v="779" actId="1076"/>
          <ac:picMkLst>
            <pc:docMk/>
            <pc:sldMk cId="0" sldId="317"/>
            <ac:picMk id="3" creationId="{A6E59182-EF25-C328-CA68-33A17645D461}"/>
          </ac:picMkLst>
        </pc:picChg>
      </pc:sldChg>
      <pc:sldChg chg="modSp add mod">
        <pc:chgData name="David Berger" userId="2275b9d5-9334-4c58-a03a-7b48b124f799" providerId="ADAL" clId="{BA1486A0-A716-49A7-B055-B7BDC2831958}" dt="2026-10-14T06:27:06.663" v="1060" actId="26606"/>
        <pc:sldMkLst>
          <pc:docMk/>
          <pc:sldMk cId="0" sldId="318"/>
        </pc:sldMkLst>
        <pc:spChg chg="mod">
          <ac:chgData name="David Berger" userId="2275b9d5-9334-4c58-a03a-7b48b124f799" providerId="ADAL" clId="{BA1486A0-A716-49A7-B055-B7BDC2831958}" dt="2026-10-14T06:27:06.663" v="1060" actId="26606"/>
          <ac:spMkLst>
            <pc:docMk/>
            <pc:sldMk cId="0" sldId="318"/>
            <ac:spMk id="3" creationId="{00000000-0000-0000-0000-000000000000}"/>
          </ac:spMkLst>
        </pc:spChg>
      </pc:sldChg>
      <pc:sldChg chg="addSp delSp modSp add del mod">
        <pc:chgData name="David Berger" userId="2275b9d5-9334-4c58-a03a-7b48b124f799" providerId="ADAL" clId="{BA1486A0-A716-49A7-B055-B7BDC2831958}" dt="2026-10-14T06:20:15.252" v="1007" actId="47"/>
        <pc:sldMkLst>
          <pc:docMk/>
          <pc:sldMk cId="0" sldId="319"/>
        </pc:sldMkLst>
        <pc:picChg chg="add del mod">
          <ac:chgData name="David Berger" userId="2275b9d5-9334-4c58-a03a-7b48b124f799" providerId="ADAL" clId="{BA1486A0-A716-49A7-B055-B7BDC2831958}" dt="2026-10-13T18:53:56.143" v="798" actId="22"/>
          <ac:picMkLst>
            <pc:docMk/>
            <pc:sldMk cId="0" sldId="319"/>
            <ac:picMk id="6" creationId="{A05168FC-4D4E-9F8A-1FE5-BA2F624CD9A3}"/>
          </ac:picMkLst>
        </pc:picChg>
      </pc:sldChg>
      <pc:sldChg chg="addSp modSp add mod">
        <pc:chgData name="David Berger" userId="2275b9d5-9334-4c58-a03a-7b48b124f799" providerId="ADAL" clId="{BA1486A0-A716-49A7-B055-B7BDC2831958}" dt="2026-10-13T18:56:13.215" v="815" actId="1076"/>
        <pc:sldMkLst>
          <pc:docMk/>
          <pc:sldMk cId="0" sldId="320"/>
        </pc:sldMkLst>
        <pc:picChg chg="add mod">
          <ac:chgData name="David Berger" userId="2275b9d5-9334-4c58-a03a-7b48b124f799" providerId="ADAL" clId="{BA1486A0-A716-49A7-B055-B7BDC2831958}" dt="2026-10-13T18:56:13.215" v="815" actId="1076"/>
          <ac:picMkLst>
            <pc:docMk/>
            <pc:sldMk cId="0" sldId="320"/>
            <ac:picMk id="3" creationId="{166E09D8-61A7-1954-E4D1-6212A2121AEF}"/>
          </ac:picMkLst>
        </pc:picChg>
      </pc:sldChg>
      <pc:sldChg chg="addSp modSp add del mod">
        <pc:chgData name="David Berger" userId="2275b9d5-9334-4c58-a03a-7b48b124f799" providerId="ADAL" clId="{BA1486A0-A716-49A7-B055-B7BDC2831958}" dt="2026-10-14T06:25:06.504" v="1017" actId="47"/>
        <pc:sldMkLst>
          <pc:docMk/>
          <pc:sldMk cId="0" sldId="321"/>
        </pc:sldMkLst>
        <pc:picChg chg="add mod modCrop">
          <ac:chgData name="David Berger" userId="2275b9d5-9334-4c58-a03a-7b48b124f799" providerId="ADAL" clId="{BA1486A0-A716-49A7-B055-B7BDC2831958}" dt="2026-10-13T18:57:25.982" v="823" actId="1076"/>
          <ac:picMkLst>
            <pc:docMk/>
            <pc:sldMk cId="0" sldId="321"/>
            <ac:picMk id="6" creationId="{7C4E198F-6C53-9B23-37FA-065249362BD8}"/>
          </ac:picMkLst>
        </pc:picChg>
      </pc:sldChg>
      <pc:sldChg chg="addSp delSp modSp add mod modAnim">
        <pc:chgData name="David Berger" userId="2275b9d5-9334-4c58-a03a-7b48b124f799" providerId="ADAL" clId="{BA1486A0-A716-49A7-B055-B7BDC2831958}" dt="2026-10-13T19:04:57.518" v="928"/>
        <pc:sldMkLst>
          <pc:docMk/>
          <pc:sldMk cId="0" sldId="322"/>
        </pc:sldMkLst>
        <pc:spChg chg="mod">
          <ac:chgData name="David Berger" userId="2275b9d5-9334-4c58-a03a-7b48b124f799" providerId="ADAL" clId="{BA1486A0-A716-49A7-B055-B7BDC2831958}" dt="2026-10-13T19:04:42.153" v="923" actId="20577"/>
          <ac:spMkLst>
            <pc:docMk/>
            <pc:sldMk cId="0" sldId="322"/>
            <ac:spMk id="2" creationId="{00000000-0000-0000-0000-000000000000}"/>
          </ac:spMkLst>
        </pc:spChg>
        <pc:spChg chg="add mod">
          <ac:chgData name="David Berger" userId="2275b9d5-9334-4c58-a03a-7b48b124f799" providerId="ADAL" clId="{BA1486A0-A716-49A7-B055-B7BDC2831958}" dt="2026-10-13T19:04:53.649" v="927" actId="1076"/>
          <ac:spMkLst>
            <pc:docMk/>
            <pc:sldMk cId="0" sldId="322"/>
            <ac:spMk id="6" creationId="{8A2353AA-4FAB-42DD-BDF7-EA46730EAADC}"/>
          </ac:spMkLst>
        </pc:spChg>
        <pc:spChg chg="del">
          <ac:chgData name="David Berger" userId="2275b9d5-9334-4c58-a03a-7b48b124f799" providerId="ADAL" clId="{BA1486A0-A716-49A7-B055-B7BDC2831958}" dt="2026-10-13T18:59:31.700" v="831" actId="478"/>
          <ac:spMkLst>
            <pc:docMk/>
            <pc:sldMk cId="0" sldId="322"/>
            <ac:spMk id="11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13T19:04:49.224" v="926" actId="14100"/>
          <ac:picMkLst>
            <pc:docMk/>
            <pc:sldMk cId="0" sldId="322"/>
            <ac:picMk id="3" creationId="{D4140B6E-73F8-BEC5-7F1C-510C6056B324}"/>
          </ac:picMkLst>
        </pc:picChg>
      </pc:sldChg>
      <pc:sldChg chg="addSp modSp add mod ord">
        <pc:chgData name="David Berger" userId="2275b9d5-9334-4c58-a03a-7b48b124f799" providerId="ADAL" clId="{BA1486A0-A716-49A7-B055-B7BDC2831958}" dt="2026-10-14T06:25:15.509" v="1019"/>
        <pc:sldMkLst>
          <pc:docMk/>
          <pc:sldMk cId="0" sldId="323"/>
        </pc:sldMkLst>
        <pc:picChg chg="add mod">
          <ac:chgData name="David Berger" userId="2275b9d5-9334-4c58-a03a-7b48b124f799" providerId="ADAL" clId="{BA1486A0-A716-49A7-B055-B7BDC2831958}" dt="2026-10-13T18:58:11.600" v="827" actId="1076"/>
          <ac:picMkLst>
            <pc:docMk/>
            <pc:sldMk cId="0" sldId="323"/>
            <ac:picMk id="6" creationId="{4E60DB92-3B6B-7F6F-A2E2-CDA435E78358}"/>
          </ac:picMkLst>
        </pc:picChg>
      </pc:sldChg>
      <pc:sldChg chg="add del">
        <pc:chgData name="David Berger" userId="2275b9d5-9334-4c58-a03a-7b48b124f799" providerId="ADAL" clId="{BA1486A0-A716-49A7-B055-B7BDC2831958}" dt="2026-10-14T06:21:52.910" v="1009" actId="47"/>
        <pc:sldMkLst>
          <pc:docMk/>
          <pc:sldMk cId="0" sldId="324"/>
        </pc:sldMkLst>
      </pc:sldChg>
      <pc:sldChg chg="addSp modSp add del mod modAnim">
        <pc:chgData name="David Berger" userId="2275b9d5-9334-4c58-a03a-7b48b124f799" providerId="ADAL" clId="{BA1486A0-A716-49A7-B055-B7BDC2831958}" dt="2026-10-14T06:22:02.028" v="1010" actId="47"/>
        <pc:sldMkLst>
          <pc:docMk/>
          <pc:sldMk cId="0" sldId="325"/>
        </pc:sldMkLst>
        <pc:picChg chg="add mod modCrop">
          <ac:chgData name="David Berger" userId="2275b9d5-9334-4c58-a03a-7b48b124f799" providerId="ADAL" clId="{BA1486A0-A716-49A7-B055-B7BDC2831958}" dt="2026-10-13T19:01:22.710" v="852" actId="1076"/>
          <ac:picMkLst>
            <pc:docMk/>
            <pc:sldMk cId="0" sldId="325"/>
            <ac:picMk id="6" creationId="{24648B77-BF03-8523-D615-6D363FEE44C2}"/>
          </ac:picMkLst>
        </pc:picChg>
        <pc:picChg chg="add mod">
          <ac:chgData name="David Berger" userId="2275b9d5-9334-4c58-a03a-7b48b124f799" providerId="ADAL" clId="{BA1486A0-A716-49A7-B055-B7BDC2831958}" dt="2026-10-13T19:02:24.920" v="860" actId="26606"/>
          <ac:picMkLst>
            <pc:docMk/>
            <pc:sldMk cId="0" sldId="325"/>
            <ac:picMk id="8" creationId="{A2413999-C62B-82C5-EE08-15580840C905}"/>
          </ac:picMkLst>
        </pc:picChg>
      </pc:sldChg>
      <pc:sldChg chg="add del">
        <pc:chgData name="David Berger" userId="2275b9d5-9334-4c58-a03a-7b48b124f799" providerId="ADAL" clId="{BA1486A0-A716-49A7-B055-B7BDC2831958}" dt="2026-10-14T06:27:06.663" v="1060" actId="26606"/>
        <pc:sldMkLst>
          <pc:docMk/>
          <pc:sldMk cId="0" sldId="326"/>
        </pc:sldMkLst>
      </pc:sldChg>
      <pc:sldChg chg="addSp delSp modSp add mod">
        <pc:chgData name="David Berger" userId="2275b9d5-9334-4c58-a03a-7b48b124f799" providerId="ADAL" clId="{BA1486A0-A716-49A7-B055-B7BDC2831958}" dt="2026-10-14T06:27:06.663" v="1060" actId="26606"/>
        <pc:sldMkLst>
          <pc:docMk/>
          <pc:sldMk cId="0" sldId="327"/>
        </pc:sldMkLst>
        <pc:spChg chg="mod">
          <ac:chgData name="David Berger" userId="2275b9d5-9334-4c58-a03a-7b48b124f799" providerId="ADAL" clId="{BA1486A0-A716-49A7-B055-B7BDC2831958}" dt="2026-10-14T06:27:06.663" v="1060" actId="26606"/>
          <ac:spMkLst>
            <pc:docMk/>
            <pc:sldMk cId="0" sldId="327"/>
            <ac:spMk id="21" creationId="{00000000-0000-0000-0000-000000000000}"/>
          </ac:spMkLst>
        </pc:spChg>
        <pc:spChg chg="del">
          <ac:chgData name="David Berger" userId="2275b9d5-9334-4c58-a03a-7b48b124f799" providerId="ADAL" clId="{BA1486A0-A716-49A7-B055-B7BDC2831958}" dt="2026-10-14T06:27:06.663" v="1060" actId="26606"/>
          <ac:spMkLst>
            <pc:docMk/>
            <pc:sldMk cId="0" sldId="327"/>
            <ac:spMk id="22" creationId="{00000000-0000-0000-0000-000000000000}"/>
          </ac:spMkLst>
        </pc:spChg>
        <pc:spChg chg="del">
          <ac:chgData name="David Berger" userId="2275b9d5-9334-4c58-a03a-7b48b124f799" providerId="ADAL" clId="{BA1486A0-A716-49A7-B055-B7BDC2831958}" dt="2026-10-14T06:27:06.663" v="1060" actId="26606"/>
          <ac:spMkLst>
            <pc:docMk/>
            <pc:sldMk cId="0" sldId="327"/>
            <ac:spMk id="23" creationId="{00000000-0000-0000-0000-000000000000}"/>
          </ac:spMkLst>
        </pc:spChg>
        <pc:spChg chg="add">
          <ac:chgData name="David Berger" userId="2275b9d5-9334-4c58-a03a-7b48b124f799" providerId="ADAL" clId="{BA1486A0-A716-49A7-B055-B7BDC2831958}" dt="2026-10-14T06:27:06.663" v="1060" actId="26606"/>
          <ac:spMkLst>
            <pc:docMk/>
            <pc:sldMk cId="0" sldId="327"/>
            <ac:spMk id="24" creationId="{00000000-0000-0000-0000-000000000000}"/>
          </ac:spMkLst>
        </pc:spChg>
      </pc:sldChg>
      <pc:sldChg chg="modSp add del mod">
        <pc:chgData name="David Berger" userId="2275b9d5-9334-4c58-a03a-7b48b124f799" providerId="ADAL" clId="{BA1486A0-A716-49A7-B055-B7BDC2831958}" dt="2026-10-13T18:41:27.294" v="768" actId="26606"/>
        <pc:sldMkLst>
          <pc:docMk/>
          <pc:sldMk cId="3351358853" sldId="328"/>
        </pc:sldMkLst>
        <pc:spChg chg="mod">
          <ac:chgData name="David Berger" userId="2275b9d5-9334-4c58-a03a-7b48b124f799" providerId="ADAL" clId="{BA1486A0-A716-49A7-B055-B7BDC2831958}" dt="2026-10-07T13:23:58.945" v="181" actId="113"/>
          <ac:spMkLst>
            <pc:docMk/>
            <pc:sldMk cId="3351358853" sldId="328"/>
            <ac:spMk id="11" creationId="{B3DBB6E0-D36D-A37B-2EAB-5FABBF41CAFD}"/>
          </ac:spMkLst>
        </pc:spChg>
      </pc:sldChg>
      <pc:sldChg chg="addSp modSp add mod">
        <pc:chgData name="David Berger" userId="2275b9d5-9334-4c58-a03a-7b48b124f799" providerId="ADAL" clId="{BA1486A0-A716-49A7-B055-B7BDC2831958}" dt="2026-10-07T13:28:04.023" v="326" actId="26606"/>
        <pc:sldMkLst>
          <pc:docMk/>
          <pc:sldMk cId="2932695703" sldId="329"/>
        </pc:sldMkLst>
        <pc:spChg chg="mod">
          <ac:chgData name="David Berger" userId="2275b9d5-9334-4c58-a03a-7b48b124f799" providerId="ADAL" clId="{BA1486A0-A716-49A7-B055-B7BDC2831958}" dt="2026-10-07T13:27:02.004" v="325" actId="26606"/>
          <ac:spMkLst>
            <pc:docMk/>
            <pc:sldMk cId="2932695703" sldId="329"/>
            <ac:spMk id="11" creationId="{913C140D-C6DC-0941-E7B0-B1736951068B}"/>
          </ac:spMkLst>
        </pc:spChg>
        <pc:picChg chg="add mod">
          <ac:chgData name="David Berger" userId="2275b9d5-9334-4c58-a03a-7b48b124f799" providerId="ADAL" clId="{BA1486A0-A716-49A7-B055-B7BDC2831958}" dt="2026-10-07T13:28:04.023" v="326" actId="26606"/>
          <ac:picMkLst>
            <pc:docMk/>
            <pc:sldMk cId="2932695703" sldId="329"/>
            <ac:picMk id="12" creationId="{00000000-0000-0000-0000-000000000000}"/>
          </ac:picMkLst>
        </pc:picChg>
      </pc:sldChg>
      <pc:sldChg chg="modSp add del mod">
        <pc:chgData name="David Berger" userId="2275b9d5-9334-4c58-a03a-7b48b124f799" providerId="ADAL" clId="{BA1486A0-A716-49A7-B055-B7BDC2831958}" dt="2026-10-13T18:41:27.294" v="768" actId="26606"/>
        <pc:sldMkLst>
          <pc:docMk/>
          <pc:sldMk cId="1832680622" sldId="330"/>
        </pc:sldMkLst>
        <pc:spChg chg="mod">
          <ac:chgData name="David Berger" userId="2275b9d5-9334-4c58-a03a-7b48b124f799" providerId="ADAL" clId="{BA1486A0-A716-49A7-B055-B7BDC2831958}" dt="2026-10-08T09:49:47.480" v="482" actId="115"/>
          <ac:spMkLst>
            <pc:docMk/>
            <pc:sldMk cId="1832680622" sldId="330"/>
            <ac:spMk id="11" creationId="{02372566-C8E4-D6BF-7F64-7314276D6CE0}"/>
          </ac:spMkLst>
        </pc:spChg>
      </pc:sldChg>
      <pc:sldChg chg="addSp delSp modSp add mod">
        <pc:chgData name="David Berger" userId="2275b9d5-9334-4c58-a03a-7b48b124f799" providerId="ADAL" clId="{BA1486A0-A716-49A7-B055-B7BDC2831958}" dt="2026-10-13T18:40:04.081" v="714" actId="20577"/>
        <pc:sldMkLst>
          <pc:docMk/>
          <pc:sldMk cId="2638345025" sldId="331"/>
        </pc:sldMkLst>
        <pc:spChg chg="mod">
          <ac:chgData name="David Berger" userId="2275b9d5-9334-4c58-a03a-7b48b124f799" providerId="ADAL" clId="{BA1486A0-A716-49A7-B055-B7BDC2831958}" dt="2026-10-13T18:39:22.139" v="675" actId="20577"/>
          <ac:spMkLst>
            <pc:docMk/>
            <pc:sldMk cId="2638345025" sldId="331"/>
            <ac:spMk id="2" creationId="{0535E1F5-E2E9-B9EE-0EB3-EB3CDDD9C25E}"/>
          </ac:spMkLst>
        </pc:spChg>
        <pc:spChg chg="add mod">
          <ac:chgData name="David Berger" userId="2275b9d5-9334-4c58-a03a-7b48b124f799" providerId="ADAL" clId="{BA1486A0-A716-49A7-B055-B7BDC2831958}" dt="2026-10-13T18:40:04.081" v="714" actId="20577"/>
          <ac:spMkLst>
            <pc:docMk/>
            <pc:sldMk cId="2638345025" sldId="331"/>
            <ac:spMk id="6" creationId="{C693AE93-1CBD-D1A5-37DB-246904A67D6F}"/>
          </ac:spMkLst>
        </pc:spChg>
        <pc:spChg chg="del">
          <ac:chgData name="David Berger" userId="2275b9d5-9334-4c58-a03a-7b48b124f799" providerId="ADAL" clId="{BA1486A0-A716-49A7-B055-B7BDC2831958}" dt="2026-10-13T18:39:44.658" v="676" actId="478"/>
          <ac:spMkLst>
            <pc:docMk/>
            <pc:sldMk cId="2638345025" sldId="331"/>
            <ac:spMk id="11" creationId="{81EB4C71-BCF2-2673-B35F-5849DCCFDC46}"/>
          </ac:spMkLst>
        </pc:spChg>
        <pc:spChg chg="del">
          <ac:chgData name="David Berger" userId="2275b9d5-9334-4c58-a03a-7b48b124f799" providerId="ADAL" clId="{BA1486A0-A716-49A7-B055-B7BDC2831958}" dt="2026-10-13T18:39:47.467" v="677" actId="478"/>
          <ac:spMkLst>
            <pc:docMk/>
            <pc:sldMk cId="2638345025" sldId="331"/>
            <ac:spMk id="12" creationId="{78FD28DB-C69A-FCFA-35CB-20D48BBBCDD2}"/>
          </ac:spMkLst>
        </pc:spChg>
      </pc:sldChg>
      <pc:sldChg chg="addSp delSp modSp add mod delAnim modAnim">
        <pc:chgData name="David Berger" userId="2275b9d5-9334-4c58-a03a-7b48b124f799" providerId="ADAL" clId="{BA1486A0-A716-49A7-B055-B7BDC2831958}" dt="2026-10-14T06:09:08.223" v="988" actId="26606"/>
        <pc:sldMkLst>
          <pc:docMk/>
          <pc:sldMk cId="0" sldId="332"/>
        </pc:sldMkLst>
        <pc:spChg chg="mod">
          <ac:chgData name="David Berger" userId="2275b9d5-9334-4c58-a03a-7b48b124f799" providerId="ADAL" clId="{BA1486A0-A716-49A7-B055-B7BDC2831958}" dt="2026-10-13T19:10:16.331" v="940" actId="1076"/>
          <ac:spMkLst>
            <pc:docMk/>
            <pc:sldMk cId="0" sldId="332"/>
            <ac:spMk id="6" creationId="{00000000-0000-0000-0000-000000000000}"/>
          </ac:spMkLst>
        </pc:spChg>
        <pc:picChg chg="add mod ord">
          <ac:chgData name="David Berger" userId="2275b9d5-9334-4c58-a03a-7b48b124f799" providerId="ADAL" clId="{BA1486A0-A716-49A7-B055-B7BDC2831958}" dt="2026-10-13T19:10:24.447" v="943" actId="1076"/>
          <ac:picMkLst>
            <pc:docMk/>
            <pc:sldMk cId="0" sldId="332"/>
            <ac:picMk id="2" creationId="{9CFDBD3A-E5C6-D460-37C5-16F3725DB17B}"/>
          </ac:picMkLst>
        </pc:picChg>
        <pc:picChg chg="mod">
          <ac:chgData name="David Berger" userId="2275b9d5-9334-4c58-a03a-7b48b124f799" providerId="ADAL" clId="{BA1486A0-A716-49A7-B055-B7BDC2831958}" dt="2026-10-14T06:09:08.223" v="988" actId="26606"/>
          <ac:picMkLst>
            <pc:docMk/>
            <pc:sldMk cId="0" sldId="332"/>
            <ac:picMk id="5" creationId="{00000000-0000-0000-0000-000000000000}"/>
          </ac:picMkLst>
        </pc:picChg>
        <pc:picChg chg="del">
          <ac:chgData name="David Berger" userId="2275b9d5-9334-4c58-a03a-7b48b124f799" providerId="ADAL" clId="{BA1486A0-A716-49A7-B055-B7BDC2831958}" dt="2026-10-13T19:09:41.581" v="935" actId="478"/>
          <ac:picMkLst>
            <pc:docMk/>
            <pc:sldMk cId="0" sldId="332"/>
            <ac:picMk id="7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14T06:35:31.455" v="1149" actId="26606"/>
        <pc:sldMkLst>
          <pc:docMk/>
          <pc:sldMk cId="0" sldId="333"/>
        </pc:sldMkLst>
        <pc:spChg chg="add mod">
          <ac:chgData name="David Berger" userId="2275b9d5-9334-4c58-a03a-7b48b124f799" providerId="ADAL" clId="{BA1486A0-A716-49A7-B055-B7BDC2831958}" dt="2026-10-14T06:27:42.704" v="1146" actId="20577"/>
          <ac:spMkLst>
            <pc:docMk/>
            <pc:sldMk cId="0" sldId="333"/>
            <ac:spMk id="2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4T06:31:58.904" v="1147" actId="26606"/>
          <ac:spMkLst>
            <pc:docMk/>
            <pc:sldMk cId="0" sldId="333"/>
            <ac:spMk id="5" creationId="{00000000-0000-0000-0000-000000000000}"/>
          </ac:spMkLst>
        </pc:spChg>
        <pc:spChg chg="del mod replId">
          <ac:chgData name="David Berger" userId="2275b9d5-9334-4c58-a03a-7b48b124f799" providerId="ADAL" clId="{BA1486A0-A716-49A7-B055-B7BDC2831958}" dt="2026-10-13T19:08:22.927" v="933" actId="26606"/>
          <ac:spMkLst>
            <pc:docMk/>
            <pc:sldMk cId="0" sldId="333"/>
            <ac:spMk id="6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14T06:35:31.455" v="1149" actId="26606"/>
          <ac:picMkLst>
            <pc:docMk/>
            <pc:sldMk cId="0" sldId="333"/>
            <ac:picMk id="6" creationId="{00000000-0000-0000-0000-000000000000}"/>
          </ac:picMkLst>
        </pc:picChg>
      </pc:sldChg>
      <pc:sldChg chg="addSp delSp modSp add mod">
        <pc:chgData name="David Berger" userId="2275b9d5-9334-4c58-a03a-7b48b124f799" providerId="ADAL" clId="{BA1486A0-A716-49A7-B055-B7BDC2831958}" dt="2026-10-14T06:36:50.609" v="1150" actId="26606"/>
        <pc:sldMkLst>
          <pc:docMk/>
          <pc:sldMk cId="0" sldId="334"/>
        </pc:sldMkLst>
        <pc:spChg chg="mod">
          <ac:chgData name="David Berger" userId="2275b9d5-9334-4c58-a03a-7b48b124f799" providerId="ADAL" clId="{BA1486A0-A716-49A7-B055-B7BDC2831958}" dt="2026-10-13T19:12:34.645" v="948" actId="26606"/>
          <ac:spMkLst>
            <pc:docMk/>
            <pc:sldMk cId="0" sldId="334"/>
            <ac:spMk id="2" creationId="{00000000-0000-0000-0000-000000000000}"/>
          </ac:spMkLst>
        </pc:spChg>
        <pc:spChg chg="mod">
          <ac:chgData name="David Berger" userId="2275b9d5-9334-4c58-a03a-7b48b124f799" providerId="ADAL" clId="{BA1486A0-A716-49A7-B055-B7BDC2831958}" dt="2026-10-13T19:12:20.007" v="947" actId="26606"/>
          <ac:spMkLst>
            <pc:docMk/>
            <pc:sldMk cId="0" sldId="334"/>
            <ac:spMk id="5" creationId="{00000000-0000-0000-0000-000000000000}"/>
          </ac:spMkLst>
        </pc:spChg>
        <pc:picChg chg="add mod">
          <ac:chgData name="David Berger" userId="2275b9d5-9334-4c58-a03a-7b48b124f799" providerId="ADAL" clId="{BA1486A0-A716-49A7-B055-B7BDC2831958}" dt="2026-10-13T19:12:01.753" v="946" actId="26606"/>
          <ac:picMkLst>
            <pc:docMk/>
            <pc:sldMk cId="0" sldId="334"/>
            <ac:picMk id="20" creationId="{00000000-0000-0000-0000-000000000000}"/>
          </ac:picMkLst>
        </pc:picChg>
        <pc:picChg chg="add del mod">
          <ac:chgData name="David Berger" userId="2275b9d5-9334-4c58-a03a-7b48b124f799" providerId="ADAL" clId="{BA1486A0-A716-49A7-B055-B7BDC2831958}" dt="2026-10-13T19:13:21.819" v="951" actId="478"/>
          <ac:picMkLst>
            <pc:docMk/>
            <pc:sldMk cId="0" sldId="334"/>
            <ac:picMk id="21" creationId="{00000000-0000-0000-0000-000000000000}"/>
          </ac:picMkLst>
        </pc:picChg>
        <pc:picChg chg="add mod">
          <ac:chgData name="David Berger" userId="2275b9d5-9334-4c58-a03a-7b48b124f799" providerId="ADAL" clId="{BA1486A0-A716-49A7-B055-B7BDC2831958}" dt="2026-10-13T19:12:01.753" v="946" actId="26606"/>
          <ac:picMkLst>
            <pc:docMk/>
            <pc:sldMk cId="0" sldId="334"/>
            <ac:picMk id="22" creationId="{00000000-0000-0000-0000-000000000000}"/>
          </ac:picMkLst>
        </pc:picChg>
        <pc:picChg chg="add mod">
          <ac:chgData name="David Berger" userId="2275b9d5-9334-4c58-a03a-7b48b124f799" providerId="ADAL" clId="{BA1486A0-A716-49A7-B055-B7BDC2831958}" dt="2026-10-14T06:36:50.609" v="1150" actId="26606"/>
          <ac:picMkLst>
            <pc:docMk/>
            <pc:sldMk cId="0" sldId="334"/>
            <ac:picMk id="23" creationId="{00000000-0000-0000-0000-000000000000}"/>
          </ac:picMkLst>
        </pc:picChg>
        <pc:picChg chg="add mod">
          <ac:chgData name="David Berger" userId="2275b9d5-9334-4c58-a03a-7b48b124f799" providerId="ADAL" clId="{BA1486A0-A716-49A7-B055-B7BDC2831958}" dt="2026-10-14T06:36:50.609" v="1150" actId="26606"/>
          <ac:picMkLst>
            <pc:docMk/>
            <pc:sldMk cId="0" sldId="334"/>
            <ac:picMk id="24" creationId="{00000000-0000-0000-0000-000000000000}"/>
          </ac:picMkLst>
        </pc:picChg>
        <pc:picChg chg="add mod">
          <ac:chgData name="David Berger" userId="2275b9d5-9334-4c58-a03a-7b48b124f799" providerId="ADAL" clId="{BA1486A0-A716-49A7-B055-B7BDC2831958}" dt="2026-10-14T06:36:50.609" v="1150" actId="26606"/>
          <ac:picMkLst>
            <pc:docMk/>
            <pc:sldMk cId="0" sldId="334"/>
            <ac:picMk id="25" creationId="{00000000-0000-0000-0000-000000000000}"/>
          </ac:picMkLst>
        </pc:picChg>
        <pc:picChg chg="add">
          <ac:chgData name="David Berger" userId="2275b9d5-9334-4c58-a03a-7b48b124f799" providerId="ADAL" clId="{BA1486A0-A716-49A7-B055-B7BDC2831958}" dt="2026-10-14T06:36:50.609" v="1150" actId="26606"/>
          <ac:picMkLst>
            <pc:docMk/>
            <pc:sldMk cId="0" sldId="334"/>
            <ac:picMk id="99" creationId="{00000000-0000-0000-0000-000000000000}"/>
          </ac:picMkLst>
        </pc:picChg>
      </pc:sldChg>
      <pc:sldChg chg="add ord">
        <pc:chgData name="David Berger" userId="2275b9d5-9334-4c58-a03a-7b48b124f799" providerId="ADAL" clId="{BA1486A0-A716-49A7-B055-B7BDC2831958}" dt="2026-10-13T19:16:46.015" v="954"/>
        <pc:sldMkLst>
          <pc:docMk/>
          <pc:sldMk cId="0" sldId="33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DCCBB2-9BFB-0FF9-37D4-85313C70EB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2E5F6-E5DE-D3DE-F70C-9B31258C15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DF918-E479-454E-8685-D417A61C6EE1}" type="datetimeFigureOut">
              <a:rPr lang="en-GB" smtClean="0"/>
              <a:t>14/10/2026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3DDEB-44CB-C8CA-07DD-B5A4E67A71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E5690-A65A-09E9-81A6-3F3C628D85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ED495-EBAE-4B9E-9301-E229ACD3967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8584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196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rPr lang="en-US"/>
              <a:t>User-supplied image for code. </a:t>
            </a:r>
            <a:r>
              <a:t>AI-generated conceptual images</a:t>
            </a:r>
            <a:r>
              <a:rPr lang="en-US"/>
              <a:t> for </a:t>
            </a:r>
            <a:r>
              <a:t>documentation and context connections.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https://github.com/github/spec-kit</a:t>
            </a:r>
          </a:p>
          <a:p>
            <a:r>
              <a:t>Official repository search snapshot accessed 14 October 2026 shows 141k stars and 12.6k forks. Rounded counts reflect community interest and reuse, not verified active users or quantified productivity gains.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- 1 lin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C56476-204E-17EC-0387-FF60C20209F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539177 w 12192000"/>
              <a:gd name="connsiteY0" fmla="*/ 622093 h 6858000"/>
              <a:gd name="connsiteX1" fmla="*/ 6539177 w 12192000"/>
              <a:gd name="connsiteY1" fmla="*/ 632101 h 6858000"/>
              <a:gd name="connsiteX2" fmla="*/ 6511379 w 12192000"/>
              <a:gd name="connsiteY2" fmla="*/ 657676 h 6858000"/>
              <a:gd name="connsiteX3" fmla="*/ 6491364 w 12192000"/>
              <a:gd name="connsiteY3" fmla="*/ 640997 h 6858000"/>
              <a:gd name="connsiteX4" fmla="*/ 6511379 w 12192000"/>
              <a:gd name="connsiteY4" fmla="*/ 625429 h 6858000"/>
              <a:gd name="connsiteX5" fmla="*/ 6526946 w 12192000"/>
              <a:gd name="connsiteY5" fmla="*/ 625429 h 6858000"/>
              <a:gd name="connsiteX6" fmla="*/ 6539177 w 12192000"/>
              <a:gd name="connsiteY6" fmla="*/ 622093 h 6858000"/>
              <a:gd name="connsiteX7" fmla="*/ 6052150 w 12192000"/>
              <a:gd name="connsiteY7" fmla="*/ 622093 h 6858000"/>
              <a:gd name="connsiteX8" fmla="*/ 6052150 w 12192000"/>
              <a:gd name="connsiteY8" fmla="*/ 632101 h 6858000"/>
              <a:gd name="connsiteX9" fmla="*/ 6024352 w 12192000"/>
              <a:gd name="connsiteY9" fmla="*/ 657676 h 6858000"/>
              <a:gd name="connsiteX10" fmla="*/ 6004337 w 12192000"/>
              <a:gd name="connsiteY10" fmla="*/ 640997 h 6858000"/>
              <a:gd name="connsiteX11" fmla="*/ 6024352 w 12192000"/>
              <a:gd name="connsiteY11" fmla="*/ 625429 h 6858000"/>
              <a:gd name="connsiteX12" fmla="*/ 6039919 w 12192000"/>
              <a:gd name="connsiteY12" fmla="*/ 625429 h 6858000"/>
              <a:gd name="connsiteX13" fmla="*/ 6052150 w 12192000"/>
              <a:gd name="connsiteY13" fmla="*/ 622093 h 6858000"/>
              <a:gd name="connsiteX14" fmla="*/ 5555115 w 12192000"/>
              <a:gd name="connsiteY14" fmla="*/ 574279 h 6858000"/>
              <a:gd name="connsiteX15" fmla="*/ 5418348 w 12192000"/>
              <a:gd name="connsiteY15" fmla="*/ 653229 h 6858000"/>
              <a:gd name="connsiteX16" fmla="*/ 5433915 w 12192000"/>
              <a:gd name="connsiteY16" fmla="*/ 687699 h 6858000"/>
              <a:gd name="connsiteX17" fmla="*/ 5449482 w 12192000"/>
              <a:gd name="connsiteY17" fmla="*/ 709938 h 6858000"/>
              <a:gd name="connsiteX18" fmla="*/ 5588473 w 12192000"/>
              <a:gd name="connsiteY18" fmla="*/ 629877 h 6858000"/>
              <a:gd name="connsiteX19" fmla="*/ 5555115 w 12192000"/>
              <a:gd name="connsiteY19" fmla="*/ 574279 h 6858000"/>
              <a:gd name="connsiteX20" fmla="*/ 6774909 w 12192000"/>
              <a:gd name="connsiteY20" fmla="*/ 570943 h 6858000"/>
              <a:gd name="connsiteX21" fmla="*/ 6806043 w 12192000"/>
              <a:gd name="connsiteY21" fmla="*/ 596518 h 6858000"/>
              <a:gd name="connsiteX22" fmla="*/ 6742662 w 12192000"/>
              <a:gd name="connsiteY22" fmla="*/ 596518 h 6858000"/>
              <a:gd name="connsiteX23" fmla="*/ 6774909 w 12192000"/>
              <a:gd name="connsiteY23" fmla="*/ 570943 h 6858000"/>
              <a:gd name="connsiteX24" fmla="*/ 6223388 w 12192000"/>
              <a:gd name="connsiteY24" fmla="*/ 540921 h 6858000"/>
              <a:gd name="connsiteX25" fmla="*/ 6223388 w 12192000"/>
              <a:gd name="connsiteY25" fmla="*/ 575391 h 6858000"/>
              <a:gd name="connsiteX26" fmla="*/ 6243403 w 12192000"/>
              <a:gd name="connsiteY26" fmla="*/ 575391 h 6858000"/>
              <a:gd name="connsiteX27" fmla="*/ 6243403 w 12192000"/>
              <a:gd name="connsiteY27" fmla="*/ 683250 h 6858000"/>
              <a:gd name="connsiteX28" fmla="*/ 6283433 w 12192000"/>
              <a:gd name="connsiteY28" fmla="*/ 683250 h 6858000"/>
              <a:gd name="connsiteX29" fmla="*/ 6283433 w 12192000"/>
              <a:gd name="connsiteY29" fmla="*/ 540921 h 6858000"/>
              <a:gd name="connsiteX30" fmla="*/ 6297888 w 12192000"/>
              <a:gd name="connsiteY30" fmla="*/ 540920 h 6858000"/>
              <a:gd name="connsiteX31" fmla="*/ 6346814 w 12192000"/>
              <a:gd name="connsiteY31" fmla="*/ 683250 h 6858000"/>
              <a:gd name="connsiteX32" fmla="*/ 6396850 w 12192000"/>
              <a:gd name="connsiteY32" fmla="*/ 683250 h 6858000"/>
              <a:gd name="connsiteX33" fmla="*/ 6447999 w 12192000"/>
              <a:gd name="connsiteY33" fmla="*/ 540920 h 6858000"/>
              <a:gd name="connsiteX34" fmla="*/ 6405746 w 12192000"/>
              <a:gd name="connsiteY34" fmla="*/ 540920 h 6858000"/>
              <a:gd name="connsiteX35" fmla="*/ 6373500 w 12192000"/>
              <a:gd name="connsiteY35" fmla="*/ 639884 h 6858000"/>
              <a:gd name="connsiteX36" fmla="*/ 6341253 w 12192000"/>
              <a:gd name="connsiteY36" fmla="*/ 540920 h 6858000"/>
              <a:gd name="connsiteX37" fmla="*/ 6774909 w 12192000"/>
              <a:gd name="connsiteY37" fmla="*/ 538696 h 6858000"/>
              <a:gd name="connsiteX38" fmla="*/ 6701521 w 12192000"/>
              <a:gd name="connsiteY38" fmla="*/ 613198 h 6858000"/>
              <a:gd name="connsiteX39" fmla="*/ 6776020 w 12192000"/>
              <a:gd name="connsiteY39" fmla="*/ 687698 h 6858000"/>
              <a:gd name="connsiteX40" fmla="*/ 6847184 w 12192000"/>
              <a:gd name="connsiteY40" fmla="*/ 643219 h 6858000"/>
              <a:gd name="connsiteX41" fmla="*/ 6804931 w 12192000"/>
              <a:gd name="connsiteY41" fmla="*/ 638772 h 6858000"/>
              <a:gd name="connsiteX42" fmla="*/ 6776020 w 12192000"/>
              <a:gd name="connsiteY42" fmla="*/ 653227 h 6858000"/>
              <a:gd name="connsiteX43" fmla="*/ 6743775 w 12192000"/>
              <a:gd name="connsiteY43" fmla="*/ 624317 h 6858000"/>
              <a:gd name="connsiteX44" fmla="*/ 6849408 w 12192000"/>
              <a:gd name="connsiteY44" fmla="*/ 624317 h 6858000"/>
              <a:gd name="connsiteX45" fmla="*/ 6849408 w 12192000"/>
              <a:gd name="connsiteY45" fmla="*/ 623205 h 6858000"/>
              <a:gd name="connsiteX46" fmla="*/ 6774909 w 12192000"/>
              <a:gd name="connsiteY46" fmla="*/ 538696 h 6858000"/>
              <a:gd name="connsiteX47" fmla="*/ 6192254 w 12192000"/>
              <a:gd name="connsiteY47" fmla="*/ 538696 h 6858000"/>
              <a:gd name="connsiteX48" fmla="*/ 6155559 w 12192000"/>
              <a:gd name="connsiteY48" fmla="*/ 563159 h 6858000"/>
              <a:gd name="connsiteX49" fmla="*/ 6155559 w 12192000"/>
              <a:gd name="connsiteY49" fmla="*/ 540920 h 6858000"/>
              <a:gd name="connsiteX50" fmla="*/ 6116642 w 12192000"/>
              <a:gd name="connsiteY50" fmla="*/ 540920 h 6858000"/>
              <a:gd name="connsiteX51" fmla="*/ 6116642 w 12192000"/>
              <a:gd name="connsiteY51" fmla="*/ 683250 h 6858000"/>
              <a:gd name="connsiteX52" fmla="*/ 6156672 w 12192000"/>
              <a:gd name="connsiteY52" fmla="*/ 683250 h 6858000"/>
              <a:gd name="connsiteX53" fmla="*/ 6156672 w 12192000"/>
              <a:gd name="connsiteY53" fmla="*/ 615421 h 6858000"/>
              <a:gd name="connsiteX54" fmla="*/ 6186693 w 12192000"/>
              <a:gd name="connsiteY54" fmla="*/ 580951 h 6858000"/>
              <a:gd name="connsiteX55" fmla="*/ 6203373 w 12192000"/>
              <a:gd name="connsiteY55" fmla="*/ 580951 h 6858000"/>
              <a:gd name="connsiteX56" fmla="*/ 6203373 w 12192000"/>
              <a:gd name="connsiteY56" fmla="*/ 539808 h 6858000"/>
              <a:gd name="connsiteX57" fmla="*/ 6192254 w 12192000"/>
              <a:gd name="connsiteY57" fmla="*/ 538696 h 6858000"/>
              <a:gd name="connsiteX58" fmla="*/ 6519162 w 12192000"/>
              <a:gd name="connsiteY58" fmla="*/ 537584 h 6858000"/>
              <a:gd name="connsiteX59" fmla="*/ 6458006 w 12192000"/>
              <a:gd name="connsiteY59" fmla="*/ 555376 h 6858000"/>
              <a:gd name="connsiteX60" fmla="*/ 6473573 w 12192000"/>
              <a:gd name="connsiteY60" fmla="*/ 585399 h 6858000"/>
              <a:gd name="connsiteX61" fmla="*/ 6515827 w 12192000"/>
              <a:gd name="connsiteY61" fmla="*/ 572055 h 6858000"/>
              <a:gd name="connsiteX62" fmla="*/ 6539177 w 12192000"/>
              <a:gd name="connsiteY62" fmla="*/ 588735 h 6858000"/>
              <a:gd name="connsiteX63" fmla="*/ 6540290 w 12192000"/>
              <a:gd name="connsiteY63" fmla="*/ 589846 h 6858000"/>
              <a:gd name="connsiteX64" fmla="*/ 6530282 w 12192000"/>
              <a:gd name="connsiteY64" fmla="*/ 598742 h 6858000"/>
              <a:gd name="connsiteX65" fmla="*/ 6502484 w 12192000"/>
              <a:gd name="connsiteY65" fmla="*/ 598742 h 6858000"/>
              <a:gd name="connsiteX66" fmla="*/ 6451335 w 12192000"/>
              <a:gd name="connsiteY66" fmla="*/ 642108 h 6858000"/>
              <a:gd name="connsiteX67" fmla="*/ 6501371 w 12192000"/>
              <a:gd name="connsiteY67" fmla="*/ 686587 h 6858000"/>
              <a:gd name="connsiteX68" fmla="*/ 6541401 w 12192000"/>
              <a:gd name="connsiteY68" fmla="*/ 669907 h 6858000"/>
              <a:gd name="connsiteX69" fmla="*/ 6541401 w 12192000"/>
              <a:gd name="connsiteY69" fmla="*/ 683250 h 6858000"/>
              <a:gd name="connsiteX70" fmla="*/ 6581431 w 12192000"/>
              <a:gd name="connsiteY70" fmla="*/ 683250 h 6858000"/>
              <a:gd name="connsiteX71" fmla="*/ 6581431 w 12192000"/>
              <a:gd name="connsiteY71" fmla="*/ 589846 h 6858000"/>
              <a:gd name="connsiteX72" fmla="*/ 6519162 w 12192000"/>
              <a:gd name="connsiteY72" fmla="*/ 537584 h 6858000"/>
              <a:gd name="connsiteX73" fmla="*/ 6032135 w 12192000"/>
              <a:gd name="connsiteY73" fmla="*/ 537584 h 6858000"/>
              <a:gd name="connsiteX74" fmla="*/ 5970979 w 12192000"/>
              <a:gd name="connsiteY74" fmla="*/ 555376 h 6858000"/>
              <a:gd name="connsiteX75" fmla="*/ 5986546 w 12192000"/>
              <a:gd name="connsiteY75" fmla="*/ 585399 h 6858000"/>
              <a:gd name="connsiteX76" fmla="*/ 6028800 w 12192000"/>
              <a:gd name="connsiteY76" fmla="*/ 572055 h 6858000"/>
              <a:gd name="connsiteX77" fmla="*/ 6052150 w 12192000"/>
              <a:gd name="connsiteY77" fmla="*/ 588735 h 6858000"/>
              <a:gd name="connsiteX78" fmla="*/ 6053262 w 12192000"/>
              <a:gd name="connsiteY78" fmla="*/ 589846 h 6858000"/>
              <a:gd name="connsiteX79" fmla="*/ 6043254 w 12192000"/>
              <a:gd name="connsiteY79" fmla="*/ 598742 h 6858000"/>
              <a:gd name="connsiteX80" fmla="*/ 6015456 w 12192000"/>
              <a:gd name="connsiteY80" fmla="*/ 598742 h 6858000"/>
              <a:gd name="connsiteX81" fmla="*/ 5964307 w 12192000"/>
              <a:gd name="connsiteY81" fmla="*/ 642108 h 6858000"/>
              <a:gd name="connsiteX82" fmla="*/ 6014344 w 12192000"/>
              <a:gd name="connsiteY82" fmla="*/ 686587 h 6858000"/>
              <a:gd name="connsiteX83" fmla="*/ 6054373 w 12192000"/>
              <a:gd name="connsiteY83" fmla="*/ 669907 h 6858000"/>
              <a:gd name="connsiteX84" fmla="*/ 6054373 w 12192000"/>
              <a:gd name="connsiteY84" fmla="*/ 683250 h 6858000"/>
              <a:gd name="connsiteX85" fmla="*/ 6094404 w 12192000"/>
              <a:gd name="connsiteY85" fmla="*/ 683250 h 6858000"/>
              <a:gd name="connsiteX86" fmla="*/ 6094404 w 12192000"/>
              <a:gd name="connsiteY86" fmla="*/ 589846 h 6858000"/>
              <a:gd name="connsiteX87" fmla="*/ 6032135 w 12192000"/>
              <a:gd name="connsiteY87" fmla="*/ 537584 h 6858000"/>
              <a:gd name="connsiteX88" fmla="*/ 5380541 w 12192000"/>
              <a:gd name="connsiteY88" fmla="*/ 493106 h 6858000"/>
              <a:gd name="connsiteX89" fmla="*/ 5353854 w 12192000"/>
              <a:gd name="connsiteY89" fmla="*/ 494218 h 6858000"/>
              <a:gd name="connsiteX90" fmla="*/ 5353854 w 12192000"/>
              <a:gd name="connsiteY90" fmla="*/ 654340 h 6858000"/>
              <a:gd name="connsiteX91" fmla="*/ 5380541 w 12192000"/>
              <a:gd name="connsiteY91" fmla="*/ 656564 h 6858000"/>
              <a:gd name="connsiteX92" fmla="*/ 5418346 w 12192000"/>
              <a:gd name="connsiteY92" fmla="*/ 653227 h 6858000"/>
              <a:gd name="connsiteX93" fmla="*/ 5411675 w 12192000"/>
              <a:gd name="connsiteY93" fmla="*/ 516457 h 6858000"/>
              <a:gd name="connsiteX94" fmla="*/ 5418346 w 12192000"/>
              <a:gd name="connsiteY94" fmla="*/ 496442 h 6858000"/>
              <a:gd name="connsiteX95" fmla="*/ 5380541 w 12192000"/>
              <a:gd name="connsiteY95" fmla="*/ 493106 h 6858000"/>
              <a:gd name="connsiteX96" fmla="*/ 6618125 w 12192000"/>
              <a:gd name="connsiteY96" fmla="*/ 487547 h 6858000"/>
              <a:gd name="connsiteX97" fmla="*/ 6618125 w 12192000"/>
              <a:gd name="connsiteY97" fmla="*/ 542032 h 6858000"/>
              <a:gd name="connsiteX98" fmla="*/ 6595886 w 12192000"/>
              <a:gd name="connsiteY98" fmla="*/ 542032 h 6858000"/>
              <a:gd name="connsiteX99" fmla="*/ 6595886 w 12192000"/>
              <a:gd name="connsiteY99" fmla="*/ 576503 h 6858000"/>
              <a:gd name="connsiteX100" fmla="*/ 6618125 w 12192000"/>
              <a:gd name="connsiteY100" fmla="*/ 576503 h 6858000"/>
              <a:gd name="connsiteX101" fmla="*/ 6618125 w 12192000"/>
              <a:gd name="connsiteY101" fmla="*/ 654340 h 6858000"/>
              <a:gd name="connsiteX102" fmla="*/ 6659266 w 12192000"/>
              <a:gd name="connsiteY102" fmla="*/ 686587 h 6858000"/>
              <a:gd name="connsiteX103" fmla="*/ 6690401 w 12192000"/>
              <a:gd name="connsiteY103" fmla="*/ 684363 h 6858000"/>
              <a:gd name="connsiteX104" fmla="*/ 6690401 w 12192000"/>
              <a:gd name="connsiteY104" fmla="*/ 649892 h 6858000"/>
              <a:gd name="connsiteX105" fmla="*/ 6671498 w 12192000"/>
              <a:gd name="connsiteY105" fmla="*/ 649892 h 6858000"/>
              <a:gd name="connsiteX106" fmla="*/ 6658155 w 12192000"/>
              <a:gd name="connsiteY106" fmla="*/ 639884 h 6858000"/>
              <a:gd name="connsiteX107" fmla="*/ 6658155 w 12192000"/>
              <a:gd name="connsiteY107" fmla="*/ 575391 h 6858000"/>
              <a:gd name="connsiteX108" fmla="*/ 6689289 w 12192000"/>
              <a:gd name="connsiteY108" fmla="*/ 575391 h 6858000"/>
              <a:gd name="connsiteX109" fmla="*/ 6689289 w 12192000"/>
              <a:gd name="connsiteY109" fmla="*/ 540920 h 6858000"/>
              <a:gd name="connsiteX110" fmla="*/ 6658155 w 12192000"/>
              <a:gd name="connsiteY110" fmla="*/ 540920 h 6858000"/>
              <a:gd name="connsiteX111" fmla="*/ 6658155 w 12192000"/>
              <a:gd name="connsiteY111" fmla="*/ 487547 h 6858000"/>
              <a:gd name="connsiteX112" fmla="*/ 6261194 w 12192000"/>
              <a:gd name="connsiteY112" fmla="*/ 466419 h 6858000"/>
              <a:gd name="connsiteX113" fmla="*/ 6235619 w 12192000"/>
              <a:gd name="connsiteY113" fmla="*/ 491994 h 6858000"/>
              <a:gd name="connsiteX114" fmla="*/ 6261194 w 12192000"/>
              <a:gd name="connsiteY114" fmla="*/ 517570 h 6858000"/>
              <a:gd name="connsiteX115" fmla="*/ 6286768 w 12192000"/>
              <a:gd name="connsiteY115" fmla="*/ 491994 h 6858000"/>
              <a:gd name="connsiteX116" fmla="*/ 6261194 w 12192000"/>
              <a:gd name="connsiteY116" fmla="*/ 466419 h 6858000"/>
              <a:gd name="connsiteX117" fmla="*/ 5900927 w 12192000"/>
              <a:gd name="connsiteY117" fmla="*/ 466419 h 6858000"/>
              <a:gd name="connsiteX118" fmla="*/ 5900927 w 12192000"/>
              <a:gd name="connsiteY118" fmla="*/ 683250 h 6858000"/>
              <a:gd name="connsiteX119" fmla="*/ 5940957 w 12192000"/>
              <a:gd name="connsiteY119" fmla="*/ 683250 h 6858000"/>
              <a:gd name="connsiteX120" fmla="*/ 5940957 w 12192000"/>
              <a:gd name="connsiteY120" fmla="*/ 466419 h 6858000"/>
              <a:gd name="connsiteX121" fmla="*/ 5771943 w 12192000"/>
              <a:gd name="connsiteY121" fmla="*/ 461971 h 6858000"/>
              <a:gd name="connsiteX122" fmla="*/ 5658525 w 12192000"/>
              <a:gd name="connsiteY122" fmla="*/ 574279 h 6858000"/>
              <a:gd name="connsiteX123" fmla="*/ 5771943 w 12192000"/>
              <a:gd name="connsiteY123" fmla="*/ 686587 h 6858000"/>
              <a:gd name="connsiteX124" fmla="*/ 5878689 w 12192000"/>
              <a:gd name="connsiteY124" fmla="*/ 605413 h 6858000"/>
              <a:gd name="connsiteX125" fmla="*/ 5831987 w 12192000"/>
              <a:gd name="connsiteY125" fmla="*/ 605413 h 6858000"/>
              <a:gd name="connsiteX126" fmla="*/ 5773054 w 12192000"/>
              <a:gd name="connsiteY126" fmla="*/ 646557 h 6858000"/>
              <a:gd name="connsiteX127" fmla="*/ 5705227 w 12192000"/>
              <a:gd name="connsiteY127" fmla="*/ 574279 h 6858000"/>
              <a:gd name="connsiteX128" fmla="*/ 5773054 w 12192000"/>
              <a:gd name="connsiteY128" fmla="*/ 502002 h 6858000"/>
              <a:gd name="connsiteX129" fmla="*/ 5830875 w 12192000"/>
              <a:gd name="connsiteY129" fmla="*/ 543145 h 6858000"/>
              <a:gd name="connsiteX130" fmla="*/ 5878689 w 12192000"/>
              <a:gd name="connsiteY130" fmla="*/ 543145 h 6858000"/>
              <a:gd name="connsiteX131" fmla="*/ 5771943 w 12192000"/>
              <a:gd name="connsiteY131" fmla="*/ 461971 h 6858000"/>
              <a:gd name="connsiteX132" fmla="*/ 5449482 w 12192000"/>
              <a:gd name="connsiteY132" fmla="*/ 438620 h 6858000"/>
              <a:gd name="connsiteX133" fmla="*/ 5418348 w 12192000"/>
              <a:gd name="connsiteY133" fmla="*/ 495330 h 6858000"/>
              <a:gd name="connsiteX134" fmla="*/ 5554004 w 12192000"/>
              <a:gd name="connsiteY134" fmla="*/ 574279 h 6858000"/>
              <a:gd name="connsiteX135" fmla="*/ 5587363 w 12192000"/>
              <a:gd name="connsiteY135" fmla="*/ 518681 h 6858000"/>
              <a:gd name="connsiteX136" fmla="*/ 5449482 w 12192000"/>
              <a:gd name="connsiteY136" fmla="*/ 438620 h 6858000"/>
              <a:gd name="connsiteX137" fmla="*/ 0 w 12192000"/>
              <a:gd name="connsiteY137" fmla="*/ 0 h 6858000"/>
              <a:gd name="connsiteX138" fmla="*/ 12192000 w 12192000"/>
              <a:gd name="connsiteY138" fmla="*/ 0 h 6858000"/>
              <a:gd name="connsiteX139" fmla="*/ 12192000 w 12192000"/>
              <a:gd name="connsiteY139" fmla="*/ 6858000 h 6858000"/>
              <a:gd name="connsiteX140" fmla="*/ 0 w 12192000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2192000" h="6858000">
                <a:moveTo>
                  <a:pt x="6539177" y="622093"/>
                </a:moveTo>
                <a:lnTo>
                  <a:pt x="6539177" y="632101"/>
                </a:lnTo>
                <a:cubicBezTo>
                  <a:pt x="6539177" y="649892"/>
                  <a:pt x="6523610" y="657676"/>
                  <a:pt x="6511379" y="657676"/>
                </a:cubicBezTo>
                <a:cubicBezTo>
                  <a:pt x="6499147" y="657676"/>
                  <a:pt x="6491364" y="651005"/>
                  <a:pt x="6491364" y="640997"/>
                </a:cubicBezTo>
                <a:cubicBezTo>
                  <a:pt x="6491364" y="630989"/>
                  <a:pt x="6499147" y="625429"/>
                  <a:pt x="6511379" y="625429"/>
                </a:cubicBezTo>
                <a:lnTo>
                  <a:pt x="6526946" y="625429"/>
                </a:lnTo>
                <a:cubicBezTo>
                  <a:pt x="6532505" y="625429"/>
                  <a:pt x="6536953" y="624317"/>
                  <a:pt x="6539177" y="622093"/>
                </a:cubicBezTo>
                <a:close/>
                <a:moveTo>
                  <a:pt x="6052150" y="622093"/>
                </a:moveTo>
                <a:lnTo>
                  <a:pt x="6052150" y="632101"/>
                </a:lnTo>
                <a:cubicBezTo>
                  <a:pt x="6052150" y="649892"/>
                  <a:pt x="6036582" y="657676"/>
                  <a:pt x="6024352" y="657676"/>
                </a:cubicBezTo>
                <a:cubicBezTo>
                  <a:pt x="6012120" y="657676"/>
                  <a:pt x="6004337" y="651005"/>
                  <a:pt x="6004337" y="640997"/>
                </a:cubicBezTo>
                <a:cubicBezTo>
                  <a:pt x="6004337" y="630989"/>
                  <a:pt x="6012120" y="625429"/>
                  <a:pt x="6024352" y="625429"/>
                </a:cubicBezTo>
                <a:lnTo>
                  <a:pt x="6039919" y="625429"/>
                </a:lnTo>
                <a:cubicBezTo>
                  <a:pt x="6045478" y="625429"/>
                  <a:pt x="6049926" y="624317"/>
                  <a:pt x="6052150" y="622093"/>
                </a:cubicBezTo>
                <a:close/>
                <a:moveTo>
                  <a:pt x="5555115" y="574279"/>
                </a:moveTo>
                <a:cubicBezTo>
                  <a:pt x="5520646" y="615421"/>
                  <a:pt x="5472832" y="644332"/>
                  <a:pt x="5418348" y="653229"/>
                </a:cubicBezTo>
                <a:cubicBezTo>
                  <a:pt x="5422796" y="664348"/>
                  <a:pt x="5428354" y="676579"/>
                  <a:pt x="5433915" y="687699"/>
                </a:cubicBezTo>
                <a:cubicBezTo>
                  <a:pt x="5438363" y="695482"/>
                  <a:pt x="5443922" y="703266"/>
                  <a:pt x="5449482" y="709938"/>
                </a:cubicBezTo>
                <a:cubicBezTo>
                  <a:pt x="5502855" y="696595"/>
                  <a:pt x="5550668" y="668796"/>
                  <a:pt x="5588473" y="629877"/>
                </a:cubicBezTo>
                <a:cubicBezTo>
                  <a:pt x="5579578" y="609861"/>
                  <a:pt x="5568459" y="590959"/>
                  <a:pt x="5555115" y="574279"/>
                </a:cubicBezTo>
                <a:close/>
                <a:moveTo>
                  <a:pt x="6774909" y="570943"/>
                </a:moveTo>
                <a:cubicBezTo>
                  <a:pt x="6791587" y="570943"/>
                  <a:pt x="6803819" y="582062"/>
                  <a:pt x="6806043" y="596518"/>
                </a:cubicBezTo>
                <a:lnTo>
                  <a:pt x="6742662" y="596518"/>
                </a:lnTo>
                <a:cubicBezTo>
                  <a:pt x="6745999" y="580951"/>
                  <a:pt x="6758229" y="570943"/>
                  <a:pt x="6774909" y="570943"/>
                </a:cubicBezTo>
                <a:close/>
                <a:moveTo>
                  <a:pt x="6223388" y="540921"/>
                </a:moveTo>
                <a:lnTo>
                  <a:pt x="6223388" y="575391"/>
                </a:lnTo>
                <a:lnTo>
                  <a:pt x="6243403" y="575391"/>
                </a:lnTo>
                <a:lnTo>
                  <a:pt x="6243403" y="683250"/>
                </a:lnTo>
                <a:lnTo>
                  <a:pt x="6283433" y="683250"/>
                </a:lnTo>
                <a:lnTo>
                  <a:pt x="6283433" y="540921"/>
                </a:lnTo>
                <a:close/>
                <a:moveTo>
                  <a:pt x="6297888" y="540920"/>
                </a:moveTo>
                <a:lnTo>
                  <a:pt x="6346814" y="683250"/>
                </a:lnTo>
                <a:lnTo>
                  <a:pt x="6396850" y="683250"/>
                </a:lnTo>
                <a:lnTo>
                  <a:pt x="6447999" y="540920"/>
                </a:lnTo>
                <a:lnTo>
                  <a:pt x="6405746" y="540920"/>
                </a:lnTo>
                <a:lnTo>
                  <a:pt x="6373500" y="639884"/>
                </a:lnTo>
                <a:lnTo>
                  <a:pt x="6341253" y="540920"/>
                </a:lnTo>
                <a:close/>
                <a:moveTo>
                  <a:pt x="6774909" y="538696"/>
                </a:moveTo>
                <a:cubicBezTo>
                  <a:pt x="6732655" y="538696"/>
                  <a:pt x="6701521" y="569830"/>
                  <a:pt x="6701521" y="613198"/>
                </a:cubicBezTo>
                <a:cubicBezTo>
                  <a:pt x="6701521" y="656564"/>
                  <a:pt x="6743775" y="687698"/>
                  <a:pt x="6776020" y="687698"/>
                </a:cubicBezTo>
                <a:cubicBezTo>
                  <a:pt x="6808267" y="687698"/>
                  <a:pt x="6834954" y="673242"/>
                  <a:pt x="6847184" y="643219"/>
                </a:cubicBezTo>
                <a:lnTo>
                  <a:pt x="6804931" y="638772"/>
                </a:lnTo>
                <a:cubicBezTo>
                  <a:pt x="6799372" y="647667"/>
                  <a:pt x="6793811" y="653227"/>
                  <a:pt x="6776020" y="653227"/>
                </a:cubicBezTo>
                <a:cubicBezTo>
                  <a:pt x="6758229" y="653227"/>
                  <a:pt x="6745999" y="639884"/>
                  <a:pt x="6743775" y="624317"/>
                </a:cubicBezTo>
                <a:lnTo>
                  <a:pt x="6849408" y="624317"/>
                </a:lnTo>
                <a:lnTo>
                  <a:pt x="6849408" y="623205"/>
                </a:lnTo>
                <a:cubicBezTo>
                  <a:pt x="6849408" y="564271"/>
                  <a:pt x="6817163" y="538696"/>
                  <a:pt x="6774909" y="538696"/>
                </a:cubicBezTo>
                <a:close/>
                <a:moveTo>
                  <a:pt x="6192254" y="538696"/>
                </a:moveTo>
                <a:cubicBezTo>
                  <a:pt x="6174463" y="538696"/>
                  <a:pt x="6161119" y="547591"/>
                  <a:pt x="6155559" y="563159"/>
                </a:cubicBezTo>
                <a:lnTo>
                  <a:pt x="6155559" y="540920"/>
                </a:lnTo>
                <a:lnTo>
                  <a:pt x="6116642" y="540920"/>
                </a:lnTo>
                <a:lnTo>
                  <a:pt x="6116642" y="683250"/>
                </a:lnTo>
                <a:lnTo>
                  <a:pt x="6156672" y="683250"/>
                </a:lnTo>
                <a:lnTo>
                  <a:pt x="6156672" y="615421"/>
                </a:lnTo>
                <a:cubicBezTo>
                  <a:pt x="6156672" y="590958"/>
                  <a:pt x="6166679" y="580951"/>
                  <a:pt x="6186693" y="580951"/>
                </a:cubicBezTo>
                <a:lnTo>
                  <a:pt x="6203373" y="580951"/>
                </a:lnTo>
                <a:cubicBezTo>
                  <a:pt x="6203373" y="580951"/>
                  <a:pt x="6203373" y="539808"/>
                  <a:pt x="6203373" y="539808"/>
                </a:cubicBezTo>
                <a:cubicBezTo>
                  <a:pt x="6200037" y="538696"/>
                  <a:pt x="6210045" y="538696"/>
                  <a:pt x="6192254" y="538696"/>
                </a:cubicBezTo>
                <a:close/>
                <a:moveTo>
                  <a:pt x="6519162" y="537584"/>
                </a:moveTo>
                <a:cubicBezTo>
                  <a:pt x="6484693" y="537584"/>
                  <a:pt x="6458006" y="555376"/>
                  <a:pt x="6458006" y="555376"/>
                </a:cubicBezTo>
                <a:lnTo>
                  <a:pt x="6473573" y="585399"/>
                </a:lnTo>
                <a:cubicBezTo>
                  <a:pt x="6483580" y="578727"/>
                  <a:pt x="6500260" y="572055"/>
                  <a:pt x="6515827" y="572055"/>
                </a:cubicBezTo>
                <a:cubicBezTo>
                  <a:pt x="6531394" y="572055"/>
                  <a:pt x="6539177" y="578727"/>
                  <a:pt x="6539177" y="588735"/>
                </a:cubicBezTo>
                <a:lnTo>
                  <a:pt x="6540290" y="589846"/>
                </a:lnTo>
                <a:cubicBezTo>
                  <a:pt x="6540290" y="595407"/>
                  <a:pt x="6536953" y="598742"/>
                  <a:pt x="6530282" y="598742"/>
                </a:cubicBezTo>
                <a:lnTo>
                  <a:pt x="6502484" y="598742"/>
                </a:lnTo>
                <a:cubicBezTo>
                  <a:pt x="6471349" y="598742"/>
                  <a:pt x="6451335" y="618758"/>
                  <a:pt x="6451335" y="642108"/>
                </a:cubicBezTo>
                <a:cubicBezTo>
                  <a:pt x="6451335" y="665459"/>
                  <a:pt x="6471349" y="686587"/>
                  <a:pt x="6501371" y="686587"/>
                </a:cubicBezTo>
                <a:cubicBezTo>
                  <a:pt x="6518051" y="686587"/>
                  <a:pt x="6533618" y="681026"/>
                  <a:pt x="6541401" y="669907"/>
                </a:cubicBezTo>
                <a:lnTo>
                  <a:pt x="6541401" y="683250"/>
                </a:lnTo>
                <a:lnTo>
                  <a:pt x="6581431" y="683250"/>
                </a:lnTo>
                <a:lnTo>
                  <a:pt x="6581431" y="589846"/>
                </a:lnTo>
                <a:cubicBezTo>
                  <a:pt x="6581431" y="552040"/>
                  <a:pt x="6553633" y="537584"/>
                  <a:pt x="6519162" y="537584"/>
                </a:cubicBezTo>
                <a:close/>
                <a:moveTo>
                  <a:pt x="6032135" y="537584"/>
                </a:moveTo>
                <a:cubicBezTo>
                  <a:pt x="5997665" y="537584"/>
                  <a:pt x="5970979" y="555376"/>
                  <a:pt x="5970979" y="555376"/>
                </a:cubicBezTo>
                <a:lnTo>
                  <a:pt x="5986546" y="585399"/>
                </a:lnTo>
                <a:cubicBezTo>
                  <a:pt x="5996553" y="578727"/>
                  <a:pt x="6013232" y="572055"/>
                  <a:pt x="6028800" y="572055"/>
                </a:cubicBezTo>
                <a:cubicBezTo>
                  <a:pt x="6044367" y="572055"/>
                  <a:pt x="6052150" y="578727"/>
                  <a:pt x="6052150" y="588735"/>
                </a:cubicBezTo>
                <a:lnTo>
                  <a:pt x="6053262" y="589846"/>
                </a:lnTo>
                <a:cubicBezTo>
                  <a:pt x="6053262" y="595407"/>
                  <a:pt x="6049926" y="598742"/>
                  <a:pt x="6043254" y="598742"/>
                </a:cubicBezTo>
                <a:lnTo>
                  <a:pt x="6015456" y="598742"/>
                </a:lnTo>
                <a:cubicBezTo>
                  <a:pt x="5984322" y="598742"/>
                  <a:pt x="5964307" y="618758"/>
                  <a:pt x="5964307" y="642108"/>
                </a:cubicBezTo>
                <a:cubicBezTo>
                  <a:pt x="5964307" y="665459"/>
                  <a:pt x="5984322" y="686587"/>
                  <a:pt x="6014344" y="686587"/>
                </a:cubicBezTo>
                <a:cubicBezTo>
                  <a:pt x="6031023" y="686587"/>
                  <a:pt x="6046591" y="681026"/>
                  <a:pt x="6054373" y="669907"/>
                </a:cubicBezTo>
                <a:lnTo>
                  <a:pt x="6054373" y="683250"/>
                </a:lnTo>
                <a:lnTo>
                  <a:pt x="6094404" y="683250"/>
                </a:lnTo>
                <a:lnTo>
                  <a:pt x="6094404" y="589846"/>
                </a:lnTo>
                <a:cubicBezTo>
                  <a:pt x="6094404" y="552040"/>
                  <a:pt x="6066605" y="537584"/>
                  <a:pt x="6032135" y="537584"/>
                </a:cubicBezTo>
                <a:close/>
                <a:moveTo>
                  <a:pt x="5380541" y="493106"/>
                </a:moveTo>
                <a:cubicBezTo>
                  <a:pt x="5367197" y="493106"/>
                  <a:pt x="5362750" y="493106"/>
                  <a:pt x="5353854" y="494218"/>
                </a:cubicBezTo>
                <a:cubicBezTo>
                  <a:pt x="5339399" y="545368"/>
                  <a:pt x="5338287" y="600966"/>
                  <a:pt x="5353854" y="654340"/>
                </a:cubicBezTo>
                <a:cubicBezTo>
                  <a:pt x="5362750" y="654340"/>
                  <a:pt x="5371645" y="656564"/>
                  <a:pt x="5380541" y="656564"/>
                </a:cubicBezTo>
                <a:cubicBezTo>
                  <a:pt x="5393884" y="656564"/>
                  <a:pt x="5406116" y="655451"/>
                  <a:pt x="5418346" y="653227"/>
                </a:cubicBezTo>
                <a:cubicBezTo>
                  <a:pt x="5401668" y="609861"/>
                  <a:pt x="5399444" y="562047"/>
                  <a:pt x="5411675" y="516457"/>
                </a:cubicBezTo>
                <a:cubicBezTo>
                  <a:pt x="5413899" y="509785"/>
                  <a:pt x="5416123" y="503114"/>
                  <a:pt x="5418346" y="496442"/>
                </a:cubicBezTo>
                <a:cubicBezTo>
                  <a:pt x="5406116" y="494218"/>
                  <a:pt x="5393884" y="493106"/>
                  <a:pt x="5380541" y="493106"/>
                </a:cubicBezTo>
                <a:close/>
                <a:moveTo>
                  <a:pt x="6618125" y="487547"/>
                </a:moveTo>
                <a:lnTo>
                  <a:pt x="6618125" y="542032"/>
                </a:lnTo>
                <a:lnTo>
                  <a:pt x="6595886" y="542032"/>
                </a:lnTo>
                <a:lnTo>
                  <a:pt x="6595886" y="576503"/>
                </a:lnTo>
                <a:lnTo>
                  <a:pt x="6618125" y="576503"/>
                </a:lnTo>
                <a:lnTo>
                  <a:pt x="6618125" y="654340"/>
                </a:lnTo>
                <a:cubicBezTo>
                  <a:pt x="6618125" y="683250"/>
                  <a:pt x="6639251" y="686587"/>
                  <a:pt x="6659266" y="686587"/>
                </a:cubicBezTo>
                <a:cubicBezTo>
                  <a:pt x="6670386" y="686587"/>
                  <a:pt x="6690401" y="684363"/>
                  <a:pt x="6690401" y="684363"/>
                </a:cubicBezTo>
                <a:lnTo>
                  <a:pt x="6690401" y="649892"/>
                </a:lnTo>
                <a:cubicBezTo>
                  <a:pt x="6690401" y="649892"/>
                  <a:pt x="6681505" y="649892"/>
                  <a:pt x="6671498" y="649892"/>
                </a:cubicBezTo>
                <a:cubicBezTo>
                  <a:pt x="6664827" y="649892"/>
                  <a:pt x="6658155" y="648780"/>
                  <a:pt x="6658155" y="639884"/>
                </a:cubicBezTo>
                <a:lnTo>
                  <a:pt x="6658155" y="575391"/>
                </a:lnTo>
                <a:lnTo>
                  <a:pt x="6689289" y="575391"/>
                </a:lnTo>
                <a:lnTo>
                  <a:pt x="6689289" y="540920"/>
                </a:lnTo>
                <a:lnTo>
                  <a:pt x="6658155" y="540920"/>
                </a:lnTo>
                <a:lnTo>
                  <a:pt x="6658155" y="487547"/>
                </a:lnTo>
                <a:close/>
                <a:moveTo>
                  <a:pt x="6261194" y="466419"/>
                </a:moveTo>
                <a:cubicBezTo>
                  <a:pt x="6246738" y="466419"/>
                  <a:pt x="6235619" y="477539"/>
                  <a:pt x="6235619" y="491994"/>
                </a:cubicBezTo>
                <a:cubicBezTo>
                  <a:pt x="6235619" y="506450"/>
                  <a:pt x="6246738" y="517570"/>
                  <a:pt x="6261194" y="517570"/>
                </a:cubicBezTo>
                <a:cubicBezTo>
                  <a:pt x="6275648" y="517570"/>
                  <a:pt x="6286768" y="505338"/>
                  <a:pt x="6286768" y="491994"/>
                </a:cubicBezTo>
                <a:cubicBezTo>
                  <a:pt x="6286768" y="478651"/>
                  <a:pt x="6275648" y="466419"/>
                  <a:pt x="6261194" y="466419"/>
                </a:cubicBezTo>
                <a:close/>
                <a:moveTo>
                  <a:pt x="5900927" y="466419"/>
                </a:moveTo>
                <a:lnTo>
                  <a:pt x="5900927" y="683250"/>
                </a:lnTo>
                <a:lnTo>
                  <a:pt x="5940957" y="683250"/>
                </a:lnTo>
                <a:lnTo>
                  <a:pt x="5940957" y="466419"/>
                </a:lnTo>
                <a:close/>
                <a:moveTo>
                  <a:pt x="5771943" y="461971"/>
                </a:moveTo>
                <a:cubicBezTo>
                  <a:pt x="5707450" y="461971"/>
                  <a:pt x="5658525" y="508674"/>
                  <a:pt x="5658525" y="574279"/>
                </a:cubicBezTo>
                <a:cubicBezTo>
                  <a:pt x="5658525" y="639884"/>
                  <a:pt x="5723017" y="686587"/>
                  <a:pt x="5771943" y="686587"/>
                </a:cubicBezTo>
                <a:cubicBezTo>
                  <a:pt x="5820868" y="686587"/>
                  <a:pt x="5866457" y="656564"/>
                  <a:pt x="5878689" y="605413"/>
                </a:cubicBezTo>
                <a:lnTo>
                  <a:pt x="5831987" y="605413"/>
                </a:lnTo>
                <a:cubicBezTo>
                  <a:pt x="5824203" y="630989"/>
                  <a:pt x="5801964" y="646557"/>
                  <a:pt x="5773054" y="646557"/>
                </a:cubicBezTo>
                <a:cubicBezTo>
                  <a:pt x="5731913" y="646557"/>
                  <a:pt x="5705227" y="615421"/>
                  <a:pt x="5705227" y="574279"/>
                </a:cubicBezTo>
                <a:cubicBezTo>
                  <a:pt x="5705227" y="533137"/>
                  <a:pt x="5731913" y="502002"/>
                  <a:pt x="5773054" y="502002"/>
                </a:cubicBezTo>
                <a:cubicBezTo>
                  <a:pt x="5800853" y="502002"/>
                  <a:pt x="5823092" y="517570"/>
                  <a:pt x="5830875" y="543145"/>
                </a:cubicBezTo>
                <a:lnTo>
                  <a:pt x="5878689" y="543145"/>
                </a:lnTo>
                <a:cubicBezTo>
                  <a:pt x="5865345" y="491994"/>
                  <a:pt x="5836435" y="461971"/>
                  <a:pt x="5771943" y="461971"/>
                </a:cubicBezTo>
                <a:close/>
                <a:moveTo>
                  <a:pt x="5449482" y="438620"/>
                </a:moveTo>
                <a:cubicBezTo>
                  <a:pt x="5436139" y="456411"/>
                  <a:pt x="5426131" y="475315"/>
                  <a:pt x="5418348" y="495330"/>
                </a:cubicBezTo>
                <a:cubicBezTo>
                  <a:pt x="5472832" y="504225"/>
                  <a:pt x="5520646" y="533137"/>
                  <a:pt x="5554004" y="574279"/>
                </a:cubicBezTo>
                <a:cubicBezTo>
                  <a:pt x="5567347" y="557599"/>
                  <a:pt x="5579578" y="538696"/>
                  <a:pt x="5587363" y="518681"/>
                </a:cubicBezTo>
                <a:cubicBezTo>
                  <a:pt x="5550668" y="480875"/>
                  <a:pt x="5502855" y="451963"/>
                  <a:pt x="5449482" y="43862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Drag picture file to insert light background image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97390884-694C-EA75-63FD-50D26494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5" y="2862000"/>
            <a:ext cx="9505950" cy="719138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spcBef>
                <a:spcPts val="0"/>
              </a:spcBef>
              <a:buNone/>
              <a:defRPr sz="5400" spc="-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One line title here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6DAEE13-2318-F370-87B8-2A80E68FCC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26" y="3665494"/>
            <a:ext cx="9505949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C38E137-2FCE-14E8-AECF-571F9A547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4113" y="6312625"/>
            <a:ext cx="7343775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90000"/>
              </a:lnSpc>
              <a:buNone/>
              <a:defRPr sz="16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Forename Surname  |  Month 00, 0000</a:t>
            </a:r>
            <a:endParaRPr lang="en-GB" dirty="0"/>
          </a:p>
        </p:txBody>
      </p:sp>
      <p:sp>
        <p:nvSpPr>
          <p:cNvPr id="8" name="**COMPOUND SHAPE CUT OUT**" hidden="1">
            <a:extLst>
              <a:ext uri="{FF2B5EF4-FFF2-40B4-BE49-F238E27FC236}">
                <a16:creationId xmlns:a16="http://schemas.microsoft.com/office/drawing/2014/main" id="{68DDB02B-AF77-3320-C69C-DD05F7DBCEFD}"/>
              </a:ext>
            </a:extLst>
          </p:cNvPr>
          <p:cNvSpPr/>
          <p:nvPr userDrawn="1"/>
        </p:nvSpPr>
        <p:spPr>
          <a:xfrm>
            <a:off x="5342592" y="438620"/>
            <a:ext cx="1506816" cy="271318"/>
          </a:xfrm>
          <a:custGeom>
            <a:avLst/>
            <a:gdLst>
              <a:gd name="connsiteX0" fmla="*/ 1025010 w 1290758"/>
              <a:gd name="connsiteY0" fmla="*/ 157165 h 232414"/>
              <a:gd name="connsiteX1" fmla="*/ 1014533 w 1290758"/>
              <a:gd name="connsiteY1" fmla="*/ 160023 h 232414"/>
              <a:gd name="connsiteX2" fmla="*/ 1001198 w 1290758"/>
              <a:gd name="connsiteY2" fmla="*/ 160023 h 232414"/>
              <a:gd name="connsiteX3" fmla="*/ 984053 w 1290758"/>
              <a:gd name="connsiteY3" fmla="*/ 173358 h 232414"/>
              <a:gd name="connsiteX4" fmla="*/ 1001198 w 1290758"/>
              <a:gd name="connsiteY4" fmla="*/ 187646 h 232414"/>
              <a:gd name="connsiteX5" fmla="*/ 1025010 w 1290758"/>
              <a:gd name="connsiteY5" fmla="*/ 165738 h 232414"/>
              <a:gd name="connsiteX6" fmla="*/ 607816 w 1290758"/>
              <a:gd name="connsiteY6" fmla="*/ 157165 h 232414"/>
              <a:gd name="connsiteX7" fmla="*/ 597339 w 1290758"/>
              <a:gd name="connsiteY7" fmla="*/ 160023 h 232414"/>
              <a:gd name="connsiteX8" fmla="*/ 584004 w 1290758"/>
              <a:gd name="connsiteY8" fmla="*/ 160023 h 232414"/>
              <a:gd name="connsiteX9" fmla="*/ 566859 w 1290758"/>
              <a:gd name="connsiteY9" fmla="*/ 173358 h 232414"/>
              <a:gd name="connsiteX10" fmla="*/ 584004 w 1290758"/>
              <a:gd name="connsiteY10" fmla="*/ 187646 h 232414"/>
              <a:gd name="connsiteX11" fmla="*/ 607816 w 1290758"/>
              <a:gd name="connsiteY11" fmla="*/ 165738 h 232414"/>
              <a:gd name="connsiteX12" fmla="*/ 182050 w 1290758"/>
              <a:gd name="connsiteY12" fmla="*/ 116207 h 232414"/>
              <a:gd name="connsiteX13" fmla="*/ 210625 w 1290758"/>
              <a:gd name="connsiteY13" fmla="*/ 163833 h 232414"/>
              <a:gd name="connsiteX14" fmla="*/ 91563 w 1290758"/>
              <a:gd name="connsiteY14" fmla="*/ 232414 h 232414"/>
              <a:gd name="connsiteX15" fmla="*/ 78228 w 1290758"/>
              <a:gd name="connsiteY15" fmla="*/ 213364 h 232414"/>
              <a:gd name="connsiteX16" fmla="*/ 64893 w 1290758"/>
              <a:gd name="connsiteY16" fmla="*/ 183836 h 232414"/>
              <a:gd name="connsiteX17" fmla="*/ 182050 w 1290758"/>
              <a:gd name="connsiteY17" fmla="*/ 116207 h 232414"/>
              <a:gd name="connsiteX18" fmla="*/ 1226941 w 1290758"/>
              <a:gd name="connsiteY18" fmla="*/ 113349 h 232414"/>
              <a:gd name="connsiteX19" fmla="*/ 1199318 w 1290758"/>
              <a:gd name="connsiteY19" fmla="*/ 135257 h 232414"/>
              <a:gd name="connsiteX20" fmla="*/ 1253611 w 1290758"/>
              <a:gd name="connsiteY20" fmla="*/ 135257 h 232414"/>
              <a:gd name="connsiteX21" fmla="*/ 1226941 w 1290758"/>
              <a:gd name="connsiteY21" fmla="*/ 113349 h 232414"/>
              <a:gd name="connsiteX22" fmla="*/ 754501 w 1290758"/>
              <a:gd name="connsiteY22" fmla="*/ 87632 h 232414"/>
              <a:gd name="connsiteX23" fmla="*/ 805936 w 1290758"/>
              <a:gd name="connsiteY23" fmla="*/ 87632 h 232414"/>
              <a:gd name="connsiteX24" fmla="*/ 805936 w 1290758"/>
              <a:gd name="connsiteY24" fmla="*/ 209553 h 232414"/>
              <a:gd name="connsiteX25" fmla="*/ 771646 w 1290758"/>
              <a:gd name="connsiteY25" fmla="*/ 209553 h 232414"/>
              <a:gd name="connsiteX26" fmla="*/ 771646 w 1290758"/>
              <a:gd name="connsiteY26" fmla="*/ 117159 h 232414"/>
              <a:gd name="connsiteX27" fmla="*/ 754501 w 1290758"/>
              <a:gd name="connsiteY27" fmla="*/ 117159 h 232414"/>
              <a:gd name="connsiteX28" fmla="*/ 818319 w 1290758"/>
              <a:gd name="connsiteY28" fmla="*/ 87631 h 232414"/>
              <a:gd name="connsiteX29" fmla="*/ 855466 w 1290758"/>
              <a:gd name="connsiteY29" fmla="*/ 87631 h 232414"/>
              <a:gd name="connsiteX30" fmla="*/ 883089 w 1290758"/>
              <a:gd name="connsiteY30" fmla="*/ 172405 h 232414"/>
              <a:gd name="connsiteX31" fmla="*/ 910711 w 1290758"/>
              <a:gd name="connsiteY31" fmla="*/ 87631 h 232414"/>
              <a:gd name="connsiteX32" fmla="*/ 946906 w 1290758"/>
              <a:gd name="connsiteY32" fmla="*/ 87631 h 232414"/>
              <a:gd name="connsiteX33" fmla="*/ 903091 w 1290758"/>
              <a:gd name="connsiteY33" fmla="*/ 209553 h 232414"/>
              <a:gd name="connsiteX34" fmla="*/ 860229 w 1290758"/>
              <a:gd name="connsiteY34" fmla="*/ 209553 h 232414"/>
              <a:gd name="connsiteX35" fmla="*/ 1226941 w 1290758"/>
              <a:gd name="connsiteY35" fmla="*/ 85726 h 232414"/>
              <a:gd name="connsiteX36" fmla="*/ 1290758 w 1290758"/>
              <a:gd name="connsiteY36" fmla="*/ 158117 h 232414"/>
              <a:gd name="connsiteX37" fmla="*/ 1290758 w 1290758"/>
              <a:gd name="connsiteY37" fmla="*/ 159070 h 232414"/>
              <a:gd name="connsiteX38" fmla="*/ 1200271 w 1290758"/>
              <a:gd name="connsiteY38" fmla="*/ 159070 h 232414"/>
              <a:gd name="connsiteX39" fmla="*/ 1227893 w 1290758"/>
              <a:gd name="connsiteY39" fmla="*/ 183835 h 232414"/>
              <a:gd name="connsiteX40" fmla="*/ 1252658 w 1290758"/>
              <a:gd name="connsiteY40" fmla="*/ 171452 h 232414"/>
              <a:gd name="connsiteX41" fmla="*/ 1288853 w 1290758"/>
              <a:gd name="connsiteY41" fmla="*/ 175262 h 232414"/>
              <a:gd name="connsiteX42" fmla="*/ 1227893 w 1290758"/>
              <a:gd name="connsiteY42" fmla="*/ 213363 h 232414"/>
              <a:gd name="connsiteX43" fmla="*/ 1164076 w 1290758"/>
              <a:gd name="connsiteY43" fmla="*/ 149545 h 232414"/>
              <a:gd name="connsiteX44" fmla="*/ 1226941 w 1290758"/>
              <a:gd name="connsiteY44" fmla="*/ 85726 h 232414"/>
              <a:gd name="connsiteX45" fmla="*/ 727831 w 1290758"/>
              <a:gd name="connsiteY45" fmla="*/ 85726 h 232414"/>
              <a:gd name="connsiteX46" fmla="*/ 737356 w 1290758"/>
              <a:gd name="connsiteY46" fmla="*/ 86679 h 232414"/>
              <a:gd name="connsiteX47" fmla="*/ 737356 w 1290758"/>
              <a:gd name="connsiteY47" fmla="*/ 121922 h 232414"/>
              <a:gd name="connsiteX48" fmla="*/ 723068 w 1290758"/>
              <a:gd name="connsiteY48" fmla="*/ 121922 h 232414"/>
              <a:gd name="connsiteX49" fmla="*/ 697351 w 1290758"/>
              <a:gd name="connsiteY49" fmla="*/ 151450 h 232414"/>
              <a:gd name="connsiteX50" fmla="*/ 697351 w 1290758"/>
              <a:gd name="connsiteY50" fmla="*/ 209553 h 232414"/>
              <a:gd name="connsiteX51" fmla="*/ 663061 w 1290758"/>
              <a:gd name="connsiteY51" fmla="*/ 209553 h 232414"/>
              <a:gd name="connsiteX52" fmla="*/ 663061 w 1290758"/>
              <a:gd name="connsiteY52" fmla="*/ 87631 h 232414"/>
              <a:gd name="connsiteX53" fmla="*/ 696398 w 1290758"/>
              <a:gd name="connsiteY53" fmla="*/ 87631 h 232414"/>
              <a:gd name="connsiteX54" fmla="*/ 696398 w 1290758"/>
              <a:gd name="connsiteY54" fmla="*/ 106681 h 232414"/>
              <a:gd name="connsiteX55" fmla="*/ 727831 w 1290758"/>
              <a:gd name="connsiteY55" fmla="*/ 85726 h 232414"/>
              <a:gd name="connsiteX56" fmla="*/ 1007865 w 1290758"/>
              <a:gd name="connsiteY56" fmla="*/ 84774 h 232414"/>
              <a:gd name="connsiteX57" fmla="*/ 1061205 w 1290758"/>
              <a:gd name="connsiteY57" fmla="*/ 129542 h 232414"/>
              <a:gd name="connsiteX58" fmla="*/ 1061205 w 1290758"/>
              <a:gd name="connsiteY58" fmla="*/ 209553 h 232414"/>
              <a:gd name="connsiteX59" fmla="*/ 1026915 w 1290758"/>
              <a:gd name="connsiteY59" fmla="*/ 209553 h 232414"/>
              <a:gd name="connsiteX60" fmla="*/ 1026915 w 1290758"/>
              <a:gd name="connsiteY60" fmla="*/ 198123 h 232414"/>
              <a:gd name="connsiteX61" fmla="*/ 992625 w 1290758"/>
              <a:gd name="connsiteY61" fmla="*/ 212411 h 232414"/>
              <a:gd name="connsiteX62" fmla="*/ 949763 w 1290758"/>
              <a:gd name="connsiteY62" fmla="*/ 174310 h 232414"/>
              <a:gd name="connsiteX63" fmla="*/ 993578 w 1290758"/>
              <a:gd name="connsiteY63" fmla="*/ 137162 h 232414"/>
              <a:gd name="connsiteX64" fmla="*/ 1017390 w 1290758"/>
              <a:gd name="connsiteY64" fmla="*/ 137162 h 232414"/>
              <a:gd name="connsiteX65" fmla="*/ 1025963 w 1290758"/>
              <a:gd name="connsiteY65" fmla="*/ 129542 h 232414"/>
              <a:gd name="connsiteX66" fmla="*/ 1025010 w 1290758"/>
              <a:gd name="connsiteY66" fmla="*/ 128590 h 232414"/>
              <a:gd name="connsiteX67" fmla="*/ 1005008 w 1290758"/>
              <a:gd name="connsiteY67" fmla="*/ 114302 h 232414"/>
              <a:gd name="connsiteX68" fmla="*/ 968813 w 1290758"/>
              <a:gd name="connsiteY68" fmla="*/ 125732 h 232414"/>
              <a:gd name="connsiteX69" fmla="*/ 955478 w 1290758"/>
              <a:gd name="connsiteY69" fmla="*/ 100014 h 232414"/>
              <a:gd name="connsiteX70" fmla="*/ 1007865 w 1290758"/>
              <a:gd name="connsiteY70" fmla="*/ 84774 h 232414"/>
              <a:gd name="connsiteX71" fmla="*/ 590671 w 1290758"/>
              <a:gd name="connsiteY71" fmla="*/ 84774 h 232414"/>
              <a:gd name="connsiteX72" fmla="*/ 644011 w 1290758"/>
              <a:gd name="connsiteY72" fmla="*/ 129542 h 232414"/>
              <a:gd name="connsiteX73" fmla="*/ 644011 w 1290758"/>
              <a:gd name="connsiteY73" fmla="*/ 209553 h 232414"/>
              <a:gd name="connsiteX74" fmla="*/ 609721 w 1290758"/>
              <a:gd name="connsiteY74" fmla="*/ 209553 h 232414"/>
              <a:gd name="connsiteX75" fmla="*/ 609721 w 1290758"/>
              <a:gd name="connsiteY75" fmla="*/ 198123 h 232414"/>
              <a:gd name="connsiteX76" fmla="*/ 575431 w 1290758"/>
              <a:gd name="connsiteY76" fmla="*/ 212411 h 232414"/>
              <a:gd name="connsiteX77" fmla="*/ 532569 w 1290758"/>
              <a:gd name="connsiteY77" fmla="*/ 174310 h 232414"/>
              <a:gd name="connsiteX78" fmla="*/ 576384 w 1290758"/>
              <a:gd name="connsiteY78" fmla="*/ 137162 h 232414"/>
              <a:gd name="connsiteX79" fmla="*/ 600196 w 1290758"/>
              <a:gd name="connsiteY79" fmla="*/ 137162 h 232414"/>
              <a:gd name="connsiteX80" fmla="*/ 608769 w 1290758"/>
              <a:gd name="connsiteY80" fmla="*/ 129542 h 232414"/>
              <a:gd name="connsiteX81" fmla="*/ 607816 w 1290758"/>
              <a:gd name="connsiteY81" fmla="*/ 128590 h 232414"/>
              <a:gd name="connsiteX82" fmla="*/ 587814 w 1290758"/>
              <a:gd name="connsiteY82" fmla="*/ 114302 h 232414"/>
              <a:gd name="connsiteX83" fmla="*/ 551619 w 1290758"/>
              <a:gd name="connsiteY83" fmla="*/ 125732 h 232414"/>
              <a:gd name="connsiteX84" fmla="*/ 538284 w 1290758"/>
              <a:gd name="connsiteY84" fmla="*/ 100014 h 232414"/>
              <a:gd name="connsiteX85" fmla="*/ 590671 w 1290758"/>
              <a:gd name="connsiteY85" fmla="*/ 84774 h 232414"/>
              <a:gd name="connsiteX86" fmla="*/ 32507 w 1290758"/>
              <a:gd name="connsiteY86" fmla="*/ 46673 h 232414"/>
              <a:gd name="connsiteX87" fmla="*/ 64892 w 1290758"/>
              <a:gd name="connsiteY87" fmla="*/ 49531 h 232414"/>
              <a:gd name="connsiteX88" fmla="*/ 59177 w 1290758"/>
              <a:gd name="connsiteY88" fmla="*/ 66676 h 232414"/>
              <a:gd name="connsiteX89" fmla="*/ 64892 w 1290758"/>
              <a:gd name="connsiteY89" fmla="*/ 183835 h 232414"/>
              <a:gd name="connsiteX90" fmla="*/ 32507 w 1290758"/>
              <a:gd name="connsiteY90" fmla="*/ 186693 h 232414"/>
              <a:gd name="connsiteX91" fmla="*/ 9647 w 1290758"/>
              <a:gd name="connsiteY91" fmla="*/ 184788 h 232414"/>
              <a:gd name="connsiteX92" fmla="*/ 9647 w 1290758"/>
              <a:gd name="connsiteY92" fmla="*/ 47626 h 232414"/>
              <a:gd name="connsiteX93" fmla="*/ 32507 w 1290758"/>
              <a:gd name="connsiteY93" fmla="*/ 46673 h 232414"/>
              <a:gd name="connsiteX94" fmla="*/ 1092638 w 1290758"/>
              <a:gd name="connsiteY94" fmla="*/ 41911 h 232414"/>
              <a:gd name="connsiteX95" fmla="*/ 1126928 w 1290758"/>
              <a:gd name="connsiteY95" fmla="*/ 41911 h 232414"/>
              <a:gd name="connsiteX96" fmla="*/ 1126928 w 1290758"/>
              <a:gd name="connsiteY96" fmla="*/ 87631 h 232414"/>
              <a:gd name="connsiteX97" fmla="*/ 1153598 w 1290758"/>
              <a:gd name="connsiteY97" fmla="*/ 87631 h 232414"/>
              <a:gd name="connsiteX98" fmla="*/ 1153598 w 1290758"/>
              <a:gd name="connsiteY98" fmla="*/ 117159 h 232414"/>
              <a:gd name="connsiteX99" fmla="*/ 1126928 w 1290758"/>
              <a:gd name="connsiteY99" fmla="*/ 117159 h 232414"/>
              <a:gd name="connsiteX100" fmla="*/ 1126928 w 1290758"/>
              <a:gd name="connsiteY100" fmla="*/ 172405 h 232414"/>
              <a:gd name="connsiteX101" fmla="*/ 1138358 w 1290758"/>
              <a:gd name="connsiteY101" fmla="*/ 180978 h 232414"/>
              <a:gd name="connsiteX102" fmla="*/ 1154550 w 1290758"/>
              <a:gd name="connsiteY102" fmla="*/ 180978 h 232414"/>
              <a:gd name="connsiteX103" fmla="*/ 1154550 w 1290758"/>
              <a:gd name="connsiteY103" fmla="*/ 210506 h 232414"/>
              <a:gd name="connsiteX104" fmla="*/ 1127880 w 1290758"/>
              <a:gd name="connsiteY104" fmla="*/ 212411 h 232414"/>
              <a:gd name="connsiteX105" fmla="*/ 1092638 w 1290758"/>
              <a:gd name="connsiteY105" fmla="*/ 184788 h 232414"/>
              <a:gd name="connsiteX106" fmla="*/ 1092638 w 1290758"/>
              <a:gd name="connsiteY106" fmla="*/ 118112 h 232414"/>
              <a:gd name="connsiteX107" fmla="*/ 1073588 w 1290758"/>
              <a:gd name="connsiteY107" fmla="*/ 118112 h 232414"/>
              <a:gd name="connsiteX108" fmla="*/ 1073588 w 1290758"/>
              <a:gd name="connsiteY108" fmla="*/ 88584 h 232414"/>
              <a:gd name="connsiteX109" fmla="*/ 1092638 w 1290758"/>
              <a:gd name="connsiteY109" fmla="*/ 88584 h 232414"/>
              <a:gd name="connsiteX110" fmla="*/ 786886 w 1290758"/>
              <a:gd name="connsiteY110" fmla="*/ 23813 h 232414"/>
              <a:gd name="connsiteX111" fmla="*/ 808793 w 1290758"/>
              <a:gd name="connsiteY111" fmla="*/ 45721 h 232414"/>
              <a:gd name="connsiteX112" fmla="*/ 786886 w 1290758"/>
              <a:gd name="connsiteY112" fmla="*/ 67629 h 232414"/>
              <a:gd name="connsiteX113" fmla="*/ 764978 w 1290758"/>
              <a:gd name="connsiteY113" fmla="*/ 45721 h 232414"/>
              <a:gd name="connsiteX114" fmla="*/ 786886 w 1290758"/>
              <a:gd name="connsiteY114" fmla="*/ 23813 h 232414"/>
              <a:gd name="connsiteX115" fmla="*/ 478277 w 1290758"/>
              <a:gd name="connsiteY115" fmla="*/ 23813 h 232414"/>
              <a:gd name="connsiteX116" fmla="*/ 512567 w 1290758"/>
              <a:gd name="connsiteY116" fmla="*/ 23813 h 232414"/>
              <a:gd name="connsiteX117" fmla="*/ 512567 w 1290758"/>
              <a:gd name="connsiteY117" fmla="*/ 209553 h 232414"/>
              <a:gd name="connsiteX118" fmla="*/ 478277 w 1290758"/>
              <a:gd name="connsiteY118" fmla="*/ 209553 h 232414"/>
              <a:gd name="connsiteX119" fmla="*/ 367787 w 1290758"/>
              <a:gd name="connsiteY119" fmla="*/ 20003 h 232414"/>
              <a:gd name="connsiteX120" fmla="*/ 459227 w 1290758"/>
              <a:gd name="connsiteY120" fmla="*/ 89537 h 232414"/>
              <a:gd name="connsiteX121" fmla="*/ 418269 w 1290758"/>
              <a:gd name="connsiteY121" fmla="*/ 89537 h 232414"/>
              <a:gd name="connsiteX122" fmla="*/ 368739 w 1290758"/>
              <a:gd name="connsiteY122" fmla="*/ 54294 h 232414"/>
              <a:gd name="connsiteX123" fmla="*/ 310637 w 1290758"/>
              <a:gd name="connsiteY123" fmla="*/ 116207 h 232414"/>
              <a:gd name="connsiteX124" fmla="*/ 368739 w 1290758"/>
              <a:gd name="connsiteY124" fmla="*/ 178121 h 232414"/>
              <a:gd name="connsiteX125" fmla="*/ 419222 w 1290758"/>
              <a:gd name="connsiteY125" fmla="*/ 142877 h 232414"/>
              <a:gd name="connsiteX126" fmla="*/ 459227 w 1290758"/>
              <a:gd name="connsiteY126" fmla="*/ 142877 h 232414"/>
              <a:gd name="connsiteX127" fmla="*/ 367787 w 1290758"/>
              <a:gd name="connsiteY127" fmla="*/ 212411 h 232414"/>
              <a:gd name="connsiteX128" fmla="*/ 270632 w 1290758"/>
              <a:gd name="connsiteY128" fmla="*/ 116207 h 232414"/>
              <a:gd name="connsiteX129" fmla="*/ 367787 w 1290758"/>
              <a:gd name="connsiteY129" fmla="*/ 20003 h 232414"/>
              <a:gd name="connsiteX130" fmla="*/ 91563 w 1290758"/>
              <a:gd name="connsiteY130" fmla="*/ 0 h 232414"/>
              <a:gd name="connsiteX131" fmla="*/ 209673 w 1290758"/>
              <a:gd name="connsiteY131" fmla="*/ 68581 h 232414"/>
              <a:gd name="connsiteX132" fmla="*/ 181098 w 1290758"/>
              <a:gd name="connsiteY132" fmla="*/ 116207 h 232414"/>
              <a:gd name="connsiteX133" fmla="*/ 64893 w 1290758"/>
              <a:gd name="connsiteY133" fmla="*/ 48578 h 232414"/>
              <a:gd name="connsiteX134" fmla="*/ 91563 w 1290758"/>
              <a:gd name="connsiteY134" fmla="*/ 0 h 23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290758" h="232414">
                <a:moveTo>
                  <a:pt x="1025010" y="157165"/>
                </a:moveTo>
                <a:cubicBezTo>
                  <a:pt x="1023105" y="159070"/>
                  <a:pt x="1019295" y="160023"/>
                  <a:pt x="1014533" y="160023"/>
                </a:cubicBezTo>
                <a:lnTo>
                  <a:pt x="1001198" y="160023"/>
                </a:lnTo>
                <a:cubicBezTo>
                  <a:pt x="990720" y="160023"/>
                  <a:pt x="984053" y="164785"/>
                  <a:pt x="984053" y="173358"/>
                </a:cubicBezTo>
                <a:cubicBezTo>
                  <a:pt x="984053" y="181931"/>
                  <a:pt x="990720" y="187646"/>
                  <a:pt x="1001198" y="187646"/>
                </a:cubicBezTo>
                <a:cubicBezTo>
                  <a:pt x="1011675" y="187646"/>
                  <a:pt x="1025010" y="180978"/>
                  <a:pt x="1025010" y="165738"/>
                </a:cubicBezTo>
                <a:close/>
                <a:moveTo>
                  <a:pt x="607816" y="157165"/>
                </a:moveTo>
                <a:cubicBezTo>
                  <a:pt x="605911" y="159070"/>
                  <a:pt x="602101" y="160023"/>
                  <a:pt x="597339" y="160023"/>
                </a:cubicBezTo>
                <a:lnTo>
                  <a:pt x="584004" y="160023"/>
                </a:lnTo>
                <a:cubicBezTo>
                  <a:pt x="573526" y="160023"/>
                  <a:pt x="566859" y="164785"/>
                  <a:pt x="566859" y="173358"/>
                </a:cubicBezTo>
                <a:cubicBezTo>
                  <a:pt x="566859" y="181931"/>
                  <a:pt x="573526" y="187646"/>
                  <a:pt x="584004" y="187646"/>
                </a:cubicBezTo>
                <a:cubicBezTo>
                  <a:pt x="594481" y="187646"/>
                  <a:pt x="607816" y="180978"/>
                  <a:pt x="607816" y="165738"/>
                </a:cubicBezTo>
                <a:close/>
                <a:moveTo>
                  <a:pt x="182050" y="116207"/>
                </a:moveTo>
                <a:cubicBezTo>
                  <a:pt x="193480" y="130495"/>
                  <a:pt x="203005" y="146687"/>
                  <a:pt x="210625" y="163833"/>
                </a:cubicBezTo>
                <a:cubicBezTo>
                  <a:pt x="178240" y="197171"/>
                  <a:pt x="137283" y="220984"/>
                  <a:pt x="91563" y="232414"/>
                </a:cubicBezTo>
                <a:cubicBezTo>
                  <a:pt x="86800" y="226699"/>
                  <a:pt x="82038" y="220031"/>
                  <a:pt x="78228" y="213364"/>
                </a:cubicBezTo>
                <a:cubicBezTo>
                  <a:pt x="73465" y="203838"/>
                  <a:pt x="68703" y="193361"/>
                  <a:pt x="64893" y="183836"/>
                </a:cubicBezTo>
                <a:cubicBezTo>
                  <a:pt x="111565" y="176215"/>
                  <a:pt x="152523" y="151450"/>
                  <a:pt x="182050" y="116207"/>
                </a:cubicBezTo>
                <a:close/>
                <a:moveTo>
                  <a:pt x="1226941" y="113349"/>
                </a:moveTo>
                <a:cubicBezTo>
                  <a:pt x="1212653" y="113349"/>
                  <a:pt x="1202176" y="121922"/>
                  <a:pt x="1199318" y="135257"/>
                </a:cubicBezTo>
                <a:lnTo>
                  <a:pt x="1253611" y="135257"/>
                </a:lnTo>
                <a:cubicBezTo>
                  <a:pt x="1251706" y="122874"/>
                  <a:pt x="1241228" y="113349"/>
                  <a:pt x="1226941" y="113349"/>
                </a:cubicBezTo>
                <a:close/>
                <a:moveTo>
                  <a:pt x="754501" y="87632"/>
                </a:moveTo>
                <a:lnTo>
                  <a:pt x="805936" y="87632"/>
                </a:lnTo>
                <a:lnTo>
                  <a:pt x="805936" y="209553"/>
                </a:lnTo>
                <a:lnTo>
                  <a:pt x="771646" y="209553"/>
                </a:lnTo>
                <a:lnTo>
                  <a:pt x="771646" y="117159"/>
                </a:lnTo>
                <a:lnTo>
                  <a:pt x="754501" y="117159"/>
                </a:lnTo>
                <a:close/>
                <a:moveTo>
                  <a:pt x="818319" y="87631"/>
                </a:moveTo>
                <a:lnTo>
                  <a:pt x="855466" y="87631"/>
                </a:lnTo>
                <a:lnTo>
                  <a:pt x="883089" y="172405"/>
                </a:lnTo>
                <a:lnTo>
                  <a:pt x="910711" y="87631"/>
                </a:lnTo>
                <a:lnTo>
                  <a:pt x="946906" y="87631"/>
                </a:lnTo>
                <a:lnTo>
                  <a:pt x="903091" y="209553"/>
                </a:lnTo>
                <a:lnTo>
                  <a:pt x="860229" y="209553"/>
                </a:lnTo>
                <a:close/>
                <a:moveTo>
                  <a:pt x="1226941" y="85726"/>
                </a:moveTo>
                <a:cubicBezTo>
                  <a:pt x="1263136" y="85726"/>
                  <a:pt x="1290758" y="107634"/>
                  <a:pt x="1290758" y="158117"/>
                </a:cubicBezTo>
                <a:lnTo>
                  <a:pt x="1290758" y="159070"/>
                </a:lnTo>
                <a:lnTo>
                  <a:pt x="1200271" y="159070"/>
                </a:lnTo>
                <a:cubicBezTo>
                  <a:pt x="1202176" y="172405"/>
                  <a:pt x="1212653" y="183835"/>
                  <a:pt x="1227893" y="183835"/>
                </a:cubicBezTo>
                <a:cubicBezTo>
                  <a:pt x="1243133" y="183835"/>
                  <a:pt x="1247896" y="179072"/>
                  <a:pt x="1252658" y="171452"/>
                </a:cubicBezTo>
                <a:lnTo>
                  <a:pt x="1288853" y="175262"/>
                </a:lnTo>
                <a:cubicBezTo>
                  <a:pt x="1278376" y="200980"/>
                  <a:pt x="1255516" y="213363"/>
                  <a:pt x="1227893" y="213363"/>
                </a:cubicBezTo>
                <a:cubicBezTo>
                  <a:pt x="1200271" y="213363"/>
                  <a:pt x="1164076" y="186693"/>
                  <a:pt x="1164076" y="149545"/>
                </a:cubicBezTo>
                <a:cubicBezTo>
                  <a:pt x="1164076" y="112396"/>
                  <a:pt x="1190746" y="85726"/>
                  <a:pt x="1226941" y="85726"/>
                </a:cubicBezTo>
                <a:close/>
                <a:moveTo>
                  <a:pt x="727831" y="85726"/>
                </a:moveTo>
                <a:cubicBezTo>
                  <a:pt x="743071" y="85726"/>
                  <a:pt x="734498" y="85726"/>
                  <a:pt x="737356" y="86679"/>
                </a:cubicBezTo>
                <a:cubicBezTo>
                  <a:pt x="737356" y="86679"/>
                  <a:pt x="737356" y="121922"/>
                  <a:pt x="737356" y="121922"/>
                </a:cubicBezTo>
                <a:lnTo>
                  <a:pt x="723068" y="121922"/>
                </a:lnTo>
                <a:cubicBezTo>
                  <a:pt x="705923" y="121922"/>
                  <a:pt x="697351" y="130494"/>
                  <a:pt x="697351" y="151450"/>
                </a:cubicBezTo>
                <a:lnTo>
                  <a:pt x="697351" y="209553"/>
                </a:lnTo>
                <a:lnTo>
                  <a:pt x="663061" y="209553"/>
                </a:lnTo>
                <a:lnTo>
                  <a:pt x="663061" y="87631"/>
                </a:lnTo>
                <a:lnTo>
                  <a:pt x="696398" y="87631"/>
                </a:lnTo>
                <a:lnTo>
                  <a:pt x="696398" y="106681"/>
                </a:lnTo>
                <a:cubicBezTo>
                  <a:pt x="701161" y="93346"/>
                  <a:pt x="712591" y="85726"/>
                  <a:pt x="727831" y="85726"/>
                </a:cubicBezTo>
                <a:close/>
                <a:moveTo>
                  <a:pt x="1007865" y="84774"/>
                </a:moveTo>
                <a:cubicBezTo>
                  <a:pt x="1037393" y="84774"/>
                  <a:pt x="1061205" y="97157"/>
                  <a:pt x="1061205" y="129542"/>
                </a:cubicBezTo>
                <a:lnTo>
                  <a:pt x="1061205" y="209553"/>
                </a:lnTo>
                <a:lnTo>
                  <a:pt x="1026915" y="209553"/>
                </a:lnTo>
                <a:lnTo>
                  <a:pt x="1026915" y="198123"/>
                </a:lnTo>
                <a:cubicBezTo>
                  <a:pt x="1020248" y="207648"/>
                  <a:pt x="1006913" y="212411"/>
                  <a:pt x="992625" y="212411"/>
                </a:cubicBezTo>
                <a:cubicBezTo>
                  <a:pt x="966908" y="212411"/>
                  <a:pt x="949763" y="194313"/>
                  <a:pt x="949763" y="174310"/>
                </a:cubicBezTo>
                <a:cubicBezTo>
                  <a:pt x="949763" y="154308"/>
                  <a:pt x="966908" y="137162"/>
                  <a:pt x="993578" y="137162"/>
                </a:cubicBezTo>
                <a:lnTo>
                  <a:pt x="1017390" y="137162"/>
                </a:lnTo>
                <a:cubicBezTo>
                  <a:pt x="1023105" y="137162"/>
                  <a:pt x="1025963" y="134305"/>
                  <a:pt x="1025963" y="129542"/>
                </a:cubicBezTo>
                <a:lnTo>
                  <a:pt x="1025010" y="128590"/>
                </a:lnTo>
                <a:cubicBezTo>
                  <a:pt x="1025010" y="120017"/>
                  <a:pt x="1018343" y="114302"/>
                  <a:pt x="1005008" y="114302"/>
                </a:cubicBezTo>
                <a:cubicBezTo>
                  <a:pt x="991673" y="114302"/>
                  <a:pt x="977385" y="120017"/>
                  <a:pt x="968813" y="125732"/>
                </a:cubicBezTo>
                <a:lnTo>
                  <a:pt x="955478" y="100014"/>
                </a:lnTo>
                <a:cubicBezTo>
                  <a:pt x="955478" y="100014"/>
                  <a:pt x="978338" y="84774"/>
                  <a:pt x="1007865" y="84774"/>
                </a:cubicBezTo>
                <a:close/>
                <a:moveTo>
                  <a:pt x="590671" y="84774"/>
                </a:moveTo>
                <a:cubicBezTo>
                  <a:pt x="620199" y="84774"/>
                  <a:pt x="644011" y="97157"/>
                  <a:pt x="644011" y="129542"/>
                </a:cubicBezTo>
                <a:lnTo>
                  <a:pt x="644011" y="209553"/>
                </a:lnTo>
                <a:lnTo>
                  <a:pt x="609721" y="209553"/>
                </a:lnTo>
                <a:lnTo>
                  <a:pt x="609721" y="198123"/>
                </a:lnTo>
                <a:cubicBezTo>
                  <a:pt x="603054" y="207648"/>
                  <a:pt x="589719" y="212411"/>
                  <a:pt x="575431" y="212411"/>
                </a:cubicBezTo>
                <a:cubicBezTo>
                  <a:pt x="549714" y="212411"/>
                  <a:pt x="532569" y="194313"/>
                  <a:pt x="532569" y="174310"/>
                </a:cubicBezTo>
                <a:cubicBezTo>
                  <a:pt x="532569" y="154308"/>
                  <a:pt x="549714" y="137162"/>
                  <a:pt x="576384" y="137162"/>
                </a:cubicBezTo>
                <a:lnTo>
                  <a:pt x="600196" y="137162"/>
                </a:lnTo>
                <a:cubicBezTo>
                  <a:pt x="605911" y="137162"/>
                  <a:pt x="608769" y="134305"/>
                  <a:pt x="608769" y="129542"/>
                </a:cubicBezTo>
                <a:lnTo>
                  <a:pt x="607816" y="128590"/>
                </a:lnTo>
                <a:cubicBezTo>
                  <a:pt x="607816" y="120017"/>
                  <a:pt x="601149" y="114302"/>
                  <a:pt x="587814" y="114302"/>
                </a:cubicBezTo>
                <a:cubicBezTo>
                  <a:pt x="574479" y="114302"/>
                  <a:pt x="560191" y="120017"/>
                  <a:pt x="551619" y="125732"/>
                </a:cubicBezTo>
                <a:lnTo>
                  <a:pt x="538284" y="100014"/>
                </a:lnTo>
                <a:cubicBezTo>
                  <a:pt x="538284" y="100014"/>
                  <a:pt x="561144" y="84774"/>
                  <a:pt x="590671" y="84774"/>
                </a:cubicBezTo>
                <a:close/>
                <a:moveTo>
                  <a:pt x="32507" y="46673"/>
                </a:moveTo>
                <a:cubicBezTo>
                  <a:pt x="43937" y="46673"/>
                  <a:pt x="54415" y="47626"/>
                  <a:pt x="64892" y="49531"/>
                </a:cubicBezTo>
                <a:cubicBezTo>
                  <a:pt x="62987" y="55246"/>
                  <a:pt x="61082" y="60961"/>
                  <a:pt x="59177" y="66676"/>
                </a:cubicBezTo>
                <a:cubicBezTo>
                  <a:pt x="48700" y="105729"/>
                  <a:pt x="50605" y="146687"/>
                  <a:pt x="64892" y="183835"/>
                </a:cubicBezTo>
                <a:cubicBezTo>
                  <a:pt x="54415" y="185740"/>
                  <a:pt x="43937" y="186693"/>
                  <a:pt x="32507" y="186693"/>
                </a:cubicBezTo>
                <a:cubicBezTo>
                  <a:pt x="24887" y="186693"/>
                  <a:pt x="17267" y="184788"/>
                  <a:pt x="9647" y="184788"/>
                </a:cubicBezTo>
                <a:cubicBezTo>
                  <a:pt x="-3688" y="139067"/>
                  <a:pt x="-2735" y="91441"/>
                  <a:pt x="9647" y="47626"/>
                </a:cubicBezTo>
                <a:cubicBezTo>
                  <a:pt x="17267" y="46673"/>
                  <a:pt x="21077" y="46673"/>
                  <a:pt x="32507" y="46673"/>
                </a:cubicBezTo>
                <a:close/>
                <a:moveTo>
                  <a:pt x="1092638" y="41911"/>
                </a:moveTo>
                <a:lnTo>
                  <a:pt x="1126928" y="41911"/>
                </a:lnTo>
                <a:lnTo>
                  <a:pt x="1126928" y="87631"/>
                </a:lnTo>
                <a:lnTo>
                  <a:pt x="1153598" y="87631"/>
                </a:lnTo>
                <a:lnTo>
                  <a:pt x="1153598" y="117159"/>
                </a:lnTo>
                <a:lnTo>
                  <a:pt x="1126928" y="117159"/>
                </a:lnTo>
                <a:lnTo>
                  <a:pt x="1126928" y="172405"/>
                </a:lnTo>
                <a:cubicBezTo>
                  <a:pt x="1126928" y="180025"/>
                  <a:pt x="1132643" y="180978"/>
                  <a:pt x="1138358" y="180978"/>
                </a:cubicBezTo>
                <a:cubicBezTo>
                  <a:pt x="1146930" y="180978"/>
                  <a:pt x="1154550" y="180978"/>
                  <a:pt x="1154550" y="180978"/>
                </a:cubicBezTo>
                <a:lnTo>
                  <a:pt x="1154550" y="210506"/>
                </a:lnTo>
                <a:cubicBezTo>
                  <a:pt x="1154550" y="210506"/>
                  <a:pt x="1137405" y="212411"/>
                  <a:pt x="1127880" y="212411"/>
                </a:cubicBezTo>
                <a:cubicBezTo>
                  <a:pt x="1110735" y="212411"/>
                  <a:pt x="1092638" y="209553"/>
                  <a:pt x="1092638" y="184788"/>
                </a:cubicBezTo>
                <a:lnTo>
                  <a:pt x="1092638" y="118112"/>
                </a:lnTo>
                <a:lnTo>
                  <a:pt x="1073588" y="118112"/>
                </a:lnTo>
                <a:lnTo>
                  <a:pt x="1073588" y="88584"/>
                </a:lnTo>
                <a:lnTo>
                  <a:pt x="1092638" y="88584"/>
                </a:lnTo>
                <a:close/>
                <a:moveTo>
                  <a:pt x="786886" y="23813"/>
                </a:moveTo>
                <a:cubicBezTo>
                  <a:pt x="799268" y="23813"/>
                  <a:pt x="808793" y="34291"/>
                  <a:pt x="808793" y="45721"/>
                </a:cubicBezTo>
                <a:cubicBezTo>
                  <a:pt x="808793" y="57151"/>
                  <a:pt x="799268" y="67629"/>
                  <a:pt x="786886" y="67629"/>
                </a:cubicBezTo>
                <a:cubicBezTo>
                  <a:pt x="774503" y="67629"/>
                  <a:pt x="764978" y="58104"/>
                  <a:pt x="764978" y="45721"/>
                </a:cubicBezTo>
                <a:cubicBezTo>
                  <a:pt x="764978" y="33338"/>
                  <a:pt x="774503" y="23813"/>
                  <a:pt x="786886" y="23813"/>
                </a:cubicBezTo>
                <a:close/>
                <a:moveTo>
                  <a:pt x="478277" y="23813"/>
                </a:moveTo>
                <a:lnTo>
                  <a:pt x="512567" y="23813"/>
                </a:lnTo>
                <a:lnTo>
                  <a:pt x="512567" y="209553"/>
                </a:lnTo>
                <a:lnTo>
                  <a:pt x="478277" y="209553"/>
                </a:lnTo>
                <a:close/>
                <a:moveTo>
                  <a:pt x="367787" y="20003"/>
                </a:moveTo>
                <a:cubicBezTo>
                  <a:pt x="423032" y="20003"/>
                  <a:pt x="447797" y="45721"/>
                  <a:pt x="459227" y="89537"/>
                </a:cubicBezTo>
                <a:lnTo>
                  <a:pt x="418269" y="89537"/>
                </a:lnTo>
                <a:cubicBezTo>
                  <a:pt x="411602" y="67629"/>
                  <a:pt x="392552" y="54294"/>
                  <a:pt x="368739" y="54294"/>
                </a:cubicBezTo>
                <a:cubicBezTo>
                  <a:pt x="333497" y="54294"/>
                  <a:pt x="310637" y="80964"/>
                  <a:pt x="310637" y="116207"/>
                </a:cubicBezTo>
                <a:cubicBezTo>
                  <a:pt x="310637" y="151450"/>
                  <a:pt x="333497" y="178121"/>
                  <a:pt x="368739" y="178121"/>
                </a:cubicBezTo>
                <a:cubicBezTo>
                  <a:pt x="393504" y="178121"/>
                  <a:pt x="412554" y="164785"/>
                  <a:pt x="419222" y="142877"/>
                </a:cubicBezTo>
                <a:lnTo>
                  <a:pt x="459227" y="142877"/>
                </a:lnTo>
                <a:cubicBezTo>
                  <a:pt x="448749" y="186693"/>
                  <a:pt x="409697" y="212411"/>
                  <a:pt x="367787" y="212411"/>
                </a:cubicBezTo>
                <a:cubicBezTo>
                  <a:pt x="325877" y="212411"/>
                  <a:pt x="270632" y="172405"/>
                  <a:pt x="270632" y="116207"/>
                </a:cubicBezTo>
                <a:cubicBezTo>
                  <a:pt x="270632" y="60009"/>
                  <a:pt x="312542" y="20003"/>
                  <a:pt x="367787" y="20003"/>
                </a:cubicBezTo>
                <a:close/>
                <a:moveTo>
                  <a:pt x="91563" y="0"/>
                </a:moveTo>
                <a:cubicBezTo>
                  <a:pt x="137283" y="11430"/>
                  <a:pt x="178240" y="36196"/>
                  <a:pt x="209673" y="68581"/>
                </a:cubicBezTo>
                <a:cubicBezTo>
                  <a:pt x="203005" y="85726"/>
                  <a:pt x="192528" y="101919"/>
                  <a:pt x="181098" y="116207"/>
                </a:cubicBezTo>
                <a:cubicBezTo>
                  <a:pt x="152523" y="80964"/>
                  <a:pt x="111565" y="56198"/>
                  <a:pt x="64893" y="48578"/>
                </a:cubicBezTo>
                <a:cubicBezTo>
                  <a:pt x="71560" y="31433"/>
                  <a:pt x="80133" y="15240"/>
                  <a:pt x="91563" y="0"/>
                </a:cubicBezTo>
                <a:close/>
              </a:path>
            </a:pathLst>
          </a:custGeom>
          <a:solidFill>
            <a:srgbClr val="16AB05"/>
          </a:solidFill>
          <a:ln w="775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73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- 2 or 3 lin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389E4D0-3671-1EA2-B4F7-72B2B0D6233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539177 w 12192000"/>
              <a:gd name="connsiteY0" fmla="*/ 622093 h 6858000"/>
              <a:gd name="connsiteX1" fmla="*/ 6539177 w 12192000"/>
              <a:gd name="connsiteY1" fmla="*/ 632101 h 6858000"/>
              <a:gd name="connsiteX2" fmla="*/ 6511379 w 12192000"/>
              <a:gd name="connsiteY2" fmla="*/ 657676 h 6858000"/>
              <a:gd name="connsiteX3" fmla="*/ 6491364 w 12192000"/>
              <a:gd name="connsiteY3" fmla="*/ 640997 h 6858000"/>
              <a:gd name="connsiteX4" fmla="*/ 6511379 w 12192000"/>
              <a:gd name="connsiteY4" fmla="*/ 625429 h 6858000"/>
              <a:gd name="connsiteX5" fmla="*/ 6526946 w 12192000"/>
              <a:gd name="connsiteY5" fmla="*/ 625429 h 6858000"/>
              <a:gd name="connsiteX6" fmla="*/ 6539177 w 12192000"/>
              <a:gd name="connsiteY6" fmla="*/ 622093 h 6858000"/>
              <a:gd name="connsiteX7" fmla="*/ 6052150 w 12192000"/>
              <a:gd name="connsiteY7" fmla="*/ 622093 h 6858000"/>
              <a:gd name="connsiteX8" fmla="*/ 6052150 w 12192000"/>
              <a:gd name="connsiteY8" fmla="*/ 632101 h 6858000"/>
              <a:gd name="connsiteX9" fmla="*/ 6024352 w 12192000"/>
              <a:gd name="connsiteY9" fmla="*/ 657676 h 6858000"/>
              <a:gd name="connsiteX10" fmla="*/ 6004337 w 12192000"/>
              <a:gd name="connsiteY10" fmla="*/ 640997 h 6858000"/>
              <a:gd name="connsiteX11" fmla="*/ 6024352 w 12192000"/>
              <a:gd name="connsiteY11" fmla="*/ 625429 h 6858000"/>
              <a:gd name="connsiteX12" fmla="*/ 6039919 w 12192000"/>
              <a:gd name="connsiteY12" fmla="*/ 625429 h 6858000"/>
              <a:gd name="connsiteX13" fmla="*/ 6052150 w 12192000"/>
              <a:gd name="connsiteY13" fmla="*/ 622093 h 6858000"/>
              <a:gd name="connsiteX14" fmla="*/ 5555115 w 12192000"/>
              <a:gd name="connsiteY14" fmla="*/ 574279 h 6858000"/>
              <a:gd name="connsiteX15" fmla="*/ 5418348 w 12192000"/>
              <a:gd name="connsiteY15" fmla="*/ 653229 h 6858000"/>
              <a:gd name="connsiteX16" fmla="*/ 5433915 w 12192000"/>
              <a:gd name="connsiteY16" fmla="*/ 687699 h 6858000"/>
              <a:gd name="connsiteX17" fmla="*/ 5449482 w 12192000"/>
              <a:gd name="connsiteY17" fmla="*/ 709938 h 6858000"/>
              <a:gd name="connsiteX18" fmla="*/ 5588473 w 12192000"/>
              <a:gd name="connsiteY18" fmla="*/ 629877 h 6858000"/>
              <a:gd name="connsiteX19" fmla="*/ 5555115 w 12192000"/>
              <a:gd name="connsiteY19" fmla="*/ 574279 h 6858000"/>
              <a:gd name="connsiteX20" fmla="*/ 6774909 w 12192000"/>
              <a:gd name="connsiteY20" fmla="*/ 570943 h 6858000"/>
              <a:gd name="connsiteX21" fmla="*/ 6806043 w 12192000"/>
              <a:gd name="connsiteY21" fmla="*/ 596518 h 6858000"/>
              <a:gd name="connsiteX22" fmla="*/ 6742662 w 12192000"/>
              <a:gd name="connsiteY22" fmla="*/ 596518 h 6858000"/>
              <a:gd name="connsiteX23" fmla="*/ 6774909 w 12192000"/>
              <a:gd name="connsiteY23" fmla="*/ 570943 h 6858000"/>
              <a:gd name="connsiteX24" fmla="*/ 6223388 w 12192000"/>
              <a:gd name="connsiteY24" fmla="*/ 540921 h 6858000"/>
              <a:gd name="connsiteX25" fmla="*/ 6223388 w 12192000"/>
              <a:gd name="connsiteY25" fmla="*/ 575391 h 6858000"/>
              <a:gd name="connsiteX26" fmla="*/ 6243403 w 12192000"/>
              <a:gd name="connsiteY26" fmla="*/ 575391 h 6858000"/>
              <a:gd name="connsiteX27" fmla="*/ 6243403 w 12192000"/>
              <a:gd name="connsiteY27" fmla="*/ 683250 h 6858000"/>
              <a:gd name="connsiteX28" fmla="*/ 6283433 w 12192000"/>
              <a:gd name="connsiteY28" fmla="*/ 683250 h 6858000"/>
              <a:gd name="connsiteX29" fmla="*/ 6283433 w 12192000"/>
              <a:gd name="connsiteY29" fmla="*/ 540921 h 6858000"/>
              <a:gd name="connsiteX30" fmla="*/ 6297888 w 12192000"/>
              <a:gd name="connsiteY30" fmla="*/ 540920 h 6858000"/>
              <a:gd name="connsiteX31" fmla="*/ 6346814 w 12192000"/>
              <a:gd name="connsiteY31" fmla="*/ 683250 h 6858000"/>
              <a:gd name="connsiteX32" fmla="*/ 6396850 w 12192000"/>
              <a:gd name="connsiteY32" fmla="*/ 683250 h 6858000"/>
              <a:gd name="connsiteX33" fmla="*/ 6447999 w 12192000"/>
              <a:gd name="connsiteY33" fmla="*/ 540920 h 6858000"/>
              <a:gd name="connsiteX34" fmla="*/ 6405746 w 12192000"/>
              <a:gd name="connsiteY34" fmla="*/ 540920 h 6858000"/>
              <a:gd name="connsiteX35" fmla="*/ 6373500 w 12192000"/>
              <a:gd name="connsiteY35" fmla="*/ 639884 h 6858000"/>
              <a:gd name="connsiteX36" fmla="*/ 6341253 w 12192000"/>
              <a:gd name="connsiteY36" fmla="*/ 540920 h 6858000"/>
              <a:gd name="connsiteX37" fmla="*/ 6774909 w 12192000"/>
              <a:gd name="connsiteY37" fmla="*/ 538696 h 6858000"/>
              <a:gd name="connsiteX38" fmla="*/ 6701521 w 12192000"/>
              <a:gd name="connsiteY38" fmla="*/ 613198 h 6858000"/>
              <a:gd name="connsiteX39" fmla="*/ 6776020 w 12192000"/>
              <a:gd name="connsiteY39" fmla="*/ 687698 h 6858000"/>
              <a:gd name="connsiteX40" fmla="*/ 6847184 w 12192000"/>
              <a:gd name="connsiteY40" fmla="*/ 643219 h 6858000"/>
              <a:gd name="connsiteX41" fmla="*/ 6804931 w 12192000"/>
              <a:gd name="connsiteY41" fmla="*/ 638772 h 6858000"/>
              <a:gd name="connsiteX42" fmla="*/ 6776020 w 12192000"/>
              <a:gd name="connsiteY42" fmla="*/ 653227 h 6858000"/>
              <a:gd name="connsiteX43" fmla="*/ 6743775 w 12192000"/>
              <a:gd name="connsiteY43" fmla="*/ 624317 h 6858000"/>
              <a:gd name="connsiteX44" fmla="*/ 6849408 w 12192000"/>
              <a:gd name="connsiteY44" fmla="*/ 624317 h 6858000"/>
              <a:gd name="connsiteX45" fmla="*/ 6849408 w 12192000"/>
              <a:gd name="connsiteY45" fmla="*/ 623205 h 6858000"/>
              <a:gd name="connsiteX46" fmla="*/ 6774909 w 12192000"/>
              <a:gd name="connsiteY46" fmla="*/ 538696 h 6858000"/>
              <a:gd name="connsiteX47" fmla="*/ 6192254 w 12192000"/>
              <a:gd name="connsiteY47" fmla="*/ 538696 h 6858000"/>
              <a:gd name="connsiteX48" fmla="*/ 6155559 w 12192000"/>
              <a:gd name="connsiteY48" fmla="*/ 563159 h 6858000"/>
              <a:gd name="connsiteX49" fmla="*/ 6155559 w 12192000"/>
              <a:gd name="connsiteY49" fmla="*/ 540920 h 6858000"/>
              <a:gd name="connsiteX50" fmla="*/ 6116642 w 12192000"/>
              <a:gd name="connsiteY50" fmla="*/ 540920 h 6858000"/>
              <a:gd name="connsiteX51" fmla="*/ 6116642 w 12192000"/>
              <a:gd name="connsiteY51" fmla="*/ 683250 h 6858000"/>
              <a:gd name="connsiteX52" fmla="*/ 6156672 w 12192000"/>
              <a:gd name="connsiteY52" fmla="*/ 683250 h 6858000"/>
              <a:gd name="connsiteX53" fmla="*/ 6156672 w 12192000"/>
              <a:gd name="connsiteY53" fmla="*/ 615421 h 6858000"/>
              <a:gd name="connsiteX54" fmla="*/ 6186693 w 12192000"/>
              <a:gd name="connsiteY54" fmla="*/ 580951 h 6858000"/>
              <a:gd name="connsiteX55" fmla="*/ 6203373 w 12192000"/>
              <a:gd name="connsiteY55" fmla="*/ 580951 h 6858000"/>
              <a:gd name="connsiteX56" fmla="*/ 6203373 w 12192000"/>
              <a:gd name="connsiteY56" fmla="*/ 539808 h 6858000"/>
              <a:gd name="connsiteX57" fmla="*/ 6192254 w 12192000"/>
              <a:gd name="connsiteY57" fmla="*/ 538696 h 6858000"/>
              <a:gd name="connsiteX58" fmla="*/ 6519162 w 12192000"/>
              <a:gd name="connsiteY58" fmla="*/ 537584 h 6858000"/>
              <a:gd name="connsiteX59" fmla="*/ 6458006 w 12192000"/>
              <a:gd name="connsiteY59" fmla="*/ 555376 h 6858000"/>
              <a:gd name="connsiteX60" fmla="*/ 6473573 w 12192000"/>
              <a:gd name="connsiteY60" fmla="*/ 585399 h 6858000"/>
              <a:gd name="connsiteX61" fmla="*/ 6515827 w 12192000"/>
              <a:gd name="connsiteY61" fmla="*/ 572055 h 6858000"/>
              <a:gd name="connsiteX62" fmla="*/ 6539177 w 12192000"/>
              <a:gd name="connsiteY62" fmla="*/ 588735 h 6858000"/>
              <a:gd name="connsiteX63" fmla="*/ 6540290 w 12192000"/>
              <a:gd name="connsiteY63" fmla="*/ 589846 h 6858000"/>
              <a:gd name="connsiteX64" fmla="*/ 6530282 w 12192000"/>
              <a:gd name="connsiteY64" fmla="*/ 598742 h 6858000"/>
              <a:gd name="connsiteX65" fmla="*/ 6502484 w 12192000"/>
              <a:gd name="connsiteY65" fmla="*/ 598742 h 6858000"/>
              <a:gd name="connsiteX66" fmla="*/ 6451335 w 12192000"/>
              <a:gd name="connsiteY66" fmla="*/ 642108 h 6858000"/>
              <a:gd name="connsiteX67" fmla="*/ 6501371 w 12192000"/>
              <a:gd name="connsiteY67" fmla="*/ 686587 h 6858000"/>
              <a:gd name="connsiteX68" fmla="*/ 6541401 w 12192000"/>
              <a:gd name="connsiteY68" fmla="*/ 669907 h 6858000"/>
              <a:gd name="connsiteX69" fmla="*/ 6541401 w 12192000"/>
              <a:gd name="connsiteY69" fmla="*/ 683250 h 6858000"/>
              <a:gd name="connsiteX70" fmla="*/ 6581431 w 12192000"/>
              <a:gd name="connsiteY70" fmla="*/ 683250 h 6858000"/>
              <a:gd name="connsiteX71" fmla="*/ 6581431 w 12192000"/>
              <a:gd name="connsiteY71" fmla="*/ 589846 h 6858000"/>
              <a:gd name="connsiteX72" fmla="*/ 6519162 w 12192000"/>
              <a:gd name="connsiteY72" fmla="*/ 537584 h 6858000"/>
              <a:gd name="connsiteX73" fmla="*/ 6032135 w 12192000"/>
              <a:gd name="connsiteY73" fmla="*/ 537584 h 6858000"/>
              <a:gd name="connsiteX74" fmla="*/ 5970979 w 12192000"/>
              <a:gd name="connsiteY74" fmla="*/ 555376 h 6858000"/>
              <a:gd name="connsiteX75" fmla="*/ 5986546 w 12192000"/>
              <a:gd name="connsiteY75" fmla="*/ 585399 h 6858000"/>
              <a:gd name="connsiteX76" fmla="*/ 6028800 w 12192000"/>
              <a:gd name="connsiteY76" fmla="*/ 572055 h 6858000"/>
              <a:gd name="connsiteX77" fmla="*/ 6052150 w 12192000"/>
              <a:gd name="connsiteY77" fmla="*/ 588735 h 6858000"/>
              <a:gd name="connsiteX78" fmla="*/ 6053262 w 12192000"/>
              <a:gd name="connsiteY78" fmla="*/ 589846 h 6858000"/>
              <a:gd name="connsiteX79" fmla="*/ 6043254 w 12192000"/>
              <a:gd name="connsiteY79" fmla="*/ 598742 h 6858000"/>
              <a:gd name="connsiteX80" fmla="*/ 6015456 w 12192000"/>
              <a:gd name="connsiteY80" fmla="*/ 598742 h 6858000"/>
              <a:gd name="connsiteX81" fmla="*/ 5964307 w 12192000"/>
              <a:gd name="connsiteY81" fmla="*/ 642108 h 6858000"/>
              <a:gd name="connsiteX82" fmla="*/ 6014344 w 12192000"/>
              <a:gd name="connsiteY82" fmla="*/ 686587 h 6858000"/>
              <a:gd name="connsiteX83" fmla="*/ 6054373 w 12192000"/>
              <a:gd name="connsiteY83" fmla="*/ 669907 h 6858000"/>
              <a:gd name="connsiteX84" fmla="*/ 6054373 w 12192000"/>
              <a:gd name="connsiteY84" fmla="*/ 683250 h 6858000"/>
              <a:gd name="connsiteX85" fmla="*/ 6094404 w 12192000"/>
              <a:gd name="connsiteY85" fmla="*/ 683250 h 6858000"/>
              <a:gd name="connsiteX86" fmla="*/ 6094404 w 12192000"/>
              <a:gd name="connsiteY86" fmla="*/ 589846 h 6858000"/>
              <a:gd name="connsiteX87" fmla="*/ 6032135 w 12192000"/>
              <a:gd name="connsiteY87" fmla="*/ 537584 h 6858000"/>
              <a:gd name="connsiteX88" fmla="*/ 5380541 w 12192000"/>
              <a:gd name="connsiteY88" fmla="*/ 493106 h 6858000"/>
              <a:gd name="connsiteX89" fmla="*/ 5353854 w 12192000"/>
              <a:gd name="connsiteY89" fmla="*/ 494218 h 6858000"/>
              <a:gd name="connsiteX90" fmla="*/ 5353854 w 12192000"/>
              <a:gd name="connsiteY90" fmla="*/ 654340 h 6858000"/>
              <a:gd name="connsiteX91" fmla="*/ 5380541 w 12192000"/>
              <a:gd name="connsiteY91" fmla="*/ 656564 h 6858000"/>
              <a:gd name="connsiteX92" fmla="*/ 5418346 w 12192000"/>
              <a:gd name="connsiteY92" fmla="*/ 653227 h 6858000"/>
              <a:gd name="connsiteX93" fmla="*/ 5411675 w 12192000"/>
              <a:gd name="connsiteY93" fmla="*/ 516457 h 6858000"/>
              <a:gd name="connsiteX94" fmla="*/ 5418346 w 12192000"/>
              <a:gd name="connsiteY94" fmla="*/ 496442 h 6858000"/>
              <a:gd name="connsiteX95" fmla="*/ 5380541 w 12192000"/>
              <a:gd name="connsiteY95" fmla="*/ 493106 h 6858000"/>
              <a:gd name="connsiteX96" fmla="*/ 6618125 w 12192000"/>
              <a:gd name="connsiteY96" fmla="*/ 487547 h 6858000"/>
              <a:gd name="connsiteX97" fmla="*/ 6618125 w 12192000"/>
              <a:gd name="connsiteY97" fmla="*/ 542032 h 6858000"/>
              <a:gd name="connsiteX98" fmla="*/ 6595886 w 12192000"/>
              <a:gd name="connsiteY98" fmla="*/ 542032 h 6858000"/>
              <a:gd name="connsiteX99" fmla="*/ 6595886 w 12192000"/>
              <a:gd name="connsiteY99" fmla="*/ 576503 h 6858000"/>
              <a:gd name="connsiteX100" fmla="*/ 6618125 w 12192000"/>
              <a:gd name="connsiteY100" fmla="*/ 576503 h 6858000"/>
              <a:gd name="connsiteX101" fmla="*/ 6618125 w 12192000"/>
              <a:gd name="connsiteY101" fmla="*/ 654340 h 6858000"/>
              <a:gd name="connsiteX102" fmla="*/ 6659266 w 12192000"/>
              <a:gd name="connsiteY102" fmla="*/ 686587 h 6858000"/>
              <a:gd name="connsiteX103" fmla="*/ 6690401 w 12192000"/>
              <a:gd name="connsiteY103" fmla="*/ 684363 h 6858000"/>
              <a:gd name="connsiteX104" fmla="*/ 6690401 w 12192000"/>
              <a:gd name="connsiteY104" fmla="*/ 649892 h 6858000"/>
              <a:gd name="connsiteX105" fmla="*/ 6671498 w 12192000"/>
              <a:gd name="connsiteY105" fmla="*/ 649892 h 6858000"/>
              <a:gd name="connsiteX106" fmla="*/ 6658155 w 12192000"/>
              <a:gd name="connsiteY106" fmla="*/ 639884 h 6858000"/>
              <a:gd name="connsiteX107" fmla="*/ 6658155 w 12192000"/>
              <a:gd name="connsiteY107" fmla="*/ 575391 h 6858000"/>
              <a:gd name="connsiteX108" fmla="*/ 6689289 w 12192000"/>
              <a:gd name="connsiteY108" fmla="*/ 575391 h 6858000"/>
              <a:gd name="connsiteX109" fmla="*/ 6689289 w 12192000"/>
              <a:gd name="connsiteY109" fmla="*/ 540920 h 6858000"/>
              <a:gd name="connsiteX110" fmla="*/ 6658155 w 12192000"/>
              <a:gd name="connsiteY110" fmla="*/ 540920 h 6858000"/>
              <a:gd name="connsiteX111" fmla="*/ 6658155 w 12192000"/>
              <a:gd name="connsiteY111" fmla="*/ 487547 h 6858000"/>
              <a:gd name="connsiteX112" fmla="*/ 6261194 w 12192000"/>
              <a:gd name="connsiteY112" fmla="*/ 466419 h 6858000"/>
              <a:gd name="connsiteX113" fmla="*/ 6235619 w 12192000"/>
              <a:gd name="connsiteY113" fmla="*/ 491994 h 6858000"/>
              <a:gd name="connsiteX114" fmla="*/ 6261194 w 12192000"/>
              <a:gd name="connsiteY114" fmla="*/ 517570 h 6858000"/>
              <a:gd name="connsiteX115" fmla="*/ 6286768 w 12192000"/>
              <a:gd name="connsiteY115" fmla="*/ 491994 h 6858000"/>
              <a:gd name="connsiteX116" fmla="*/ 6261194 w 12192000"/>
              <a:gd name="connsiteY116" fmla="*/ 466419 h 6858000"/>
              <a:gd name="connsiteX117" fmla="*/ 5900927 w 12192000"/>
              <a:gd name="connsiteY117" fmla="*/ 466419 h 6858000"/>
              <a:gd name="connsiteX118" fmla="*/ 5900927 w 12192000"/>
              <a:gd name="connsiteY118" fmla="*/ 683250 h 6858000"/>
              <a:gd name="connsiteX119" fmla="*/ 5940957 w 12192000"/>
              <a:gd name="connsiteY119" fmla="*/ 683250 h 6858000"/>
              <a:gd name="connsiteX120" fmla="*/ 5940957 w 12192000"/>
              <a:gd name="connsiteY120" fmla="*/ 466419 h 6858000"/>
              <a:gd name="connsiteX121" fmla="*/ 5771943 w 12192000"/>
              <a:gd name="connsiteY121" fmla="*/ 461971 h 6858000"/>
              <a:gd name="connsiteX122" fmla="*/ 5658525 w 12192000"/>
              <a:gd name="connsiteY122" fmla="*/ 574279 h 6858000"/>
              <a:gd name="connsiteX123" fmla="*/ 5771943 w 12192000"/>
              <a:gd name="connsiteY123" fmla="*/ 686587 h 6858000"/>
              <a:gd name="connsiteX124" fmla="*/ 5878689 w 12192000"/>
              <a:gd name="connsiteY124" fmla="*/ 605413 h 6858000"/>
              <a:gd name="connsiteX125" fmla="*/ 5831987 w 12192000"/>
              <a:gd name="connsiteY125" fmla="*/ 605413 h 6858000"/>
              <a:gd name="connsiteX126" fmla="*/ 5773054 w 12192000"/>
              <a:gd name="connsiteY126" fmla="*/ 646557 h 6858000"/>
              <a:gd name="connsiteX127" fmla="*/ 5705227 w 12192000"/>
              <a:gd name="connsiteY127" fmla="*/ 574279 h 6858000"/>
              <a:gd name="connsiteX128" fmla="*/ 5773054 w 12192000"/>
              <a:gd name="connsiteY128" fmla="*/ 502002 h 6858000"/>
              <a:gd name="connsiteX129" fmla="*/ 5830875 w 12192000"/>
              <a:gd name="connsiteY129" fmla="*/ 543145 h 6858000"/>
              <a:gd name="connsiteX130" fmla="*/ 5878689 w 12192000"/>
              <a:gd name="connsiteY130" fmla="*/ 543145 h 6858000"/>
              <a:gd name="connsiteX131" fmla="*/ 5771943 w 12192000"/>
              <a:gd name="connsiteY131" fmla="*/ 461971 h 6858000"/>
              <a:gd name="connsiteX132" fmla="*/ 5449482 w 12192000"/>
              <a:gd name="connsiteY132" fmla="*/ 438620 h 6858000"/>
              <a:gd name="connsiteX133" fmla="*/ 5418348 w 12192000"/>
              <a:gd name="connsiteY133" fmla="*/ 495330 h 6858000"/>
              <a:gd name="connsiteX134" fmla="*/ 5554004 w 12192000"/>
              <a:gd name="connsiteY134" fmla="*/ 574279 h 6858000"/>
              <a:gd name="connsiteX135" fmla="*/ 5587363 w 12192000"/>
              <a:gd name="connsiteY135" fmla="*/ 518681 h 6858000"/>
              <a:gd name="connsiteX136" fmla="*/ 5449482 w 12192000"/>
              <a:gd name="connsiteY136" fmla="*/ 438620 h 6858000"/>
              <a:gd name="connsiteX137" fmla="*/ 0 w 12192000"/>
              <a:gd name="connsiteY137" fmla="*/ 0 h 6858000"/>
              <a:gd name="connsiteX138" fmla="*/ 12192000 w 12192000"/>
              <a:gd name="connsiteY138" fmla="*/ 0 h 6858000"/>
              <a:gd name="connsiteX139" fmla="*/ 12192000 w 12192000"/>
              <a:gd name="connsiteY139" fmla="*/ 6858000 h 6858000"/>
              <a:gd name="connsiteX140" fmla="*/ 0 w 12192000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2192000" h="6858000">
                <a:moveTo>
                  <a:pt x="6539177" y="622093"/>
                </a:moveTo>
                <a:lnTo>
                  <a:pt x="6539177" y="632101"/>
                </a:lnTo>
                <a:cubicBezTo>
                  <a:pt x="6539177" y="649892"/>
                  <a:pt x="6523610" y="657676"/>
                  <a:pt x="6511379" y="657676"/>
                </a:cubicBezTo>
                <a:cubicBezTo>
                  <a:pt x="6499147" y="657676"/>
                  <a:pt x="6491364" y="651005"/>
                  <a:pt x="6491364" y="640997"/>
                </a:cubicBezTo>
                <a:cubicBezTo>
                  <a:pt x="6491364" y="630989"/>
                  <a:pt x="6499147" y="625429"/>
                  <a:pt x="6511379" y="625429"/>
                </a:cubicBezTo>
                <a:lnTo>
                  <a:pt x="6526946" y="625429"/>
                </a:lnTo>
                <a:cubicBezTo>
                  <a:pt x="6532505" y="625429"/>
                  <a:pt x="6536953" y="624317"/>
                  <a:pt x="6539177" y="622093"/>
                </a:cubicBezTo>
                <a:close/>
                <a:moveTo>
                  <a:pt x="6052150" y="622093"/>
                </a:moveTo>
                <a:lnTo>
                  <a:pt x="6052150" y="632101"/>
                </a:lnTo>
                <a:cubicBezTo>
                  <a:pt x="6052150" y="649892"/>
                  <a:pt x="6036582" y="657676"/>
                  <a:pt x="6024352" y="657676"/>
                </a:cubicBezTo>
                <a:cubicBezTo>
                  <a:pt x="6012120" y="657676"/>
                  <a:pt x="6004337" y="651005"/>
                  <a:pt x="6004337" y="640997"/>
                </a:cubicBezTo>
                <a:cubicBezTo>
                  <a:pt x="6004337" y="630989"/>
                  <a:pt x="6012120" y="625429"/>
                  <a:pt x="6024352" y="625429"/>
                </a:cubicBezTo>
                <a:lnTo>
                  <a:pt x="6039919" y="625429"/>
                </a:lnTo>
                <a:cubicBezTo>
                  <a:pt x="6045478" y="625429"/>
                  <a:pt x="6049926" y="624317"/>
                  <a:pt x="6052150" y="622093"/>
                </a:cubicBezTo>
                <a:close/>
                <a:moveTo>
                  <a:pt x="5555115" y="574279"/>
                </a:moveTo>
                <a:cubicBezTo>
                  <a:pt x="5520646" y="615421"/>
                  <a:pt x="5472832" y="644332"/>
                  <a:pt x="5418348" y="653229"/>
                </a:cubicBezTo>
                <a:cubicBezTo>
                  <a:pt x="5422796" y="664348"/>
                  <a:pt x="5428354" y="676579"/>
                  <a:pt x="5433915" y="687699"/>
                </a:cubicBezTo>
                <a:cubicBezTo>
                  <a:pt x="5438363" y="695482"/>
                  <a:pt x="5443922" y="703266"/>
                  <a:pt x="5449482" y="709938"/>
                </a:cubicBezTo>
                <a:cubicBezTo>
                  <a:pt x="5502855" y="696595"/>
                  <a:pt x="5550668" y="668796"/>
                  <a:pt x="5588473" y="629877"/>
                </a:cubicBezTo>
                <a:cubicBezTo>
                  <a:pt x="5579578" y="609861"/>
                  <a:pt x="5568459" y="590959"/>
                  <a:pt x="5555115" y="574279"/>
                </a:cubicBezTo>
                <a:close/>
                <a:moveTo>
                  <a:pt x="6774909" y="570943"/>
                </a:moveTo>
                <a:cubicBezTo>
                  <a:pt x="6791587" y="570943"/>
                  <a:pt x="6803819" y="582062"/>
                  <a:pt x="6806043" y="596518"/>
                </a:cubicBezTo>
                <a:lnTo>
                  <a:pt x="6742662" y="596518"/>
                </a:lnTo>
                <a:cubicBezTo>
                  <a:pt x="6745999" y="580951"/>
                  <a:pt x="6758229" y="570943"/>
                  <a:pt x="6774909" y="570943"/>
                </a:cubicBezTo>
                <a:close/>
                <a:moveTo>
                  <a:pt x="6223388" y="540921"/>
                </a:moveTo>
                <a:lnTo>
                  <a:pt x="6223388" y="575391"/>
                </a:lnTo>
                <a:lnTo>
                  <a:pt x="6243403" y="575391"/>
                </a:lnTo>
                <a:lnTo>
                  <a:pt x="6243403" y="683250"/>
                </a:lnTo>
                <a:lnTo>
                  <a:pt x="6283433" y="683250"/>
                </a:lnTo>
                <a:lnTo>
                  <a:pt x="6283433" y="540921"/>
                </a:lnTo>
                <a:close/>
                <a:moveTo>
                  <a:pt x="6297888" y="540920"/>
                </a:moveTo>
                <a:lnTo>
                  <a:pt x="6346814" y="683250"/>
                </a:lnTo>
                <a:lnTo>
                  <a:pt x="6396850" y="683250"/>
                </a:lnTo>
                <a:lnTo>
                  <a:pt x="6447999" y="540920"/>
                </a:lnTo>
                <a:lnTo>
                  <a:pt x="6405746" y="540920"/>
                </a:lnTo>
                <a:lnTo>
                  <a:pt x="6373500" y="639884"/>
                </a:lnTo>
                <a:lnTo>
                  <a:pt x="6341253" y="540920"/>
                </a:lnTo>
                <a:close/>
                <a:moveTo>
                  <a:pt x="6774909" y="538696"/>
                </a:moveTo>
                <a:cubicBezTo>
                  <a:pt x="6732655" y="538696"/>
                  <a:pt x="6701521" y="569830"/>
                  <a:pt x="6701521" y="613198"/>
                </a:cubicBezTo>
                <a:cubicBezTo>
                  <a:pt x="6701521" y="656564"/>
                  <a:pt x="6743775" y="687698"/>
                  <a:pt x="6776020" y="687698"/>
                </a:cubicBezTo>
                <a:cubicBezTo>
                  <a:pt x="6808267" y="687698"/>
                  <a:pt x="6834954" y="673242"/>
                  <a:pt x="6847184" y="643219"/>
                </a:cubicBezTo>
                <a:lnTo>
                  <a:pt x="6804931" y="638772"/>
                </a:lnTo>
                <a:cubicBezTo>
                  <a:pt x="6799372" y="647667"/>
                  <a:pt x="6793811" y="653227"/>
                  <a:pt x="6776020" y="653227"/>
                </a:cubicBezTo>
                <a:cubicBezTo>
                  <a:pt x="6758229" y="653227"/>
                  <a:pt x="6745999" y="639884"/>
                  <a:pt x="6743775" y="624317"/>
                </a:cubicBezTo>
                <a:lnTo>
                  <a:pt x="6849408" y="624317"/>
                </a:lnTo>
                <a:lnTo>
                  <a:pt x="6849408" y="623205"/>
                </a:lnTo>
                <a:cubicBezTo>
                  <a:pt x="6849408" y="564271"/>
                  <a:pt x="6817163" y="538696"/>
                  <a:pt x="6774909" y="538696"/>
                </a:cubicBezTo>
                <a:close/>
                <a:moveTo>
                  <a:pt x="6192254" y="538696"/>
                </a:moveTo>
                <a:cubicBezTo>
                  <a:pt x="6174463" y="538696"/>
                  <a:pt x="6161119" y="547591"/>
                  <a:pt x="6155559" y="563159"/>
                </a:cubicBezTo>
                <a:lnTo>
                  <a:pt x="6155559" y="540920"/>
                </a:lnTo>
                <a:lnTo>
                  <a:pt x="6116642" y="540920"/>
                </a:lnTo>
                <a:lnTo>
                  <a:pt x="6116642" y="683250"/>
                </a:lnTo>
                <a:lnTo>
                  <a:pt x="6156672" y="683250"/>
                </a:lnTo>
                <a:lnTo>
                  <a:pt x="6156672" y="615421"/>
                </a:lnTo>
                <a:cubicBezTo>
                  <a:pt x="6156672" y="590958"/>
                  <a:pt x="6166679" y="580951"/>
                  <a:pt x="6186693" y="580951"/>
                </a:cubicBezTo>
                <a:lnTo>
                  <a:pt x="6203373" y="580951"/>
                </a:lnTo>
                <a:cubicBezTo>
                  <a:pt x="6203373" y="580951"/>
                  <a:pt x="6203373" y="539808"/>
                  <a:pt x="6203373" y="539808"/>
                </a:cubicBezTo>
                <a:cubicBezTo>
                  <a:pt x="6200037" y="538696"/>
                  <a:pt x="6210045" y="538696"/>
                  <a:pt x="6192254" y="538696"/>
                </a:cubicBezTo>
                <a:close/>
                <a:moveTo>
                  <a:pt x="6519162" y="537584"/>
                </a:moveTo>
                <a:cubicBezTo>
                  <a:pt x="6484693" y="537584"/>
                  <a:pt x="6458006" y="555376"/>
                  <a:pt x="6458006" y="555376"/>
                </a:cubicBezTo>
                <a:lnTo>
                  <a:pt x="6473573" y="585399"/>
                </a:lnTo>
                <a:cubicBezTo>
                  <a:pt x="6483580" y="578727"/>
                  <a:pt x="6500260" y="572055"/>
                  <a:pt x="6515827" y="572055"/>
                </a:cubicBezTo>
                <a:cubicBezTo>
                  <a:pt x="6531394" y="572055"/>
                  <a:pt x="6539177" y="578727"/>
                  <a:pt x="6539177" y="588735"/>
                </a:cubicBezTo>
                <a:lnTo>
                  <a:pt x="6540290" y="589846"/>
                </a:lnTo>
                <a:cubicBezTo>
                  <a:pt x="6540290" y="595407"/>
                  <a:pt x="6536953" y="598742"/>
                  <a:pt x="6530282" y="598742"/>
                </a:cubicBezTo>
                <a:lnTo>
                  <a:pt x="6502484" y="598742"/>
                </a:lnTo>
                <a:cubicBezTo>
                  <a:pt x="6471349" y="598742"/>
                  <a:pt x="6451335" y="618758"/>
                  <a:pt x="6451335" y="642108"/>
                </a:cubicBezTo>
                <a:cubicBezTo>
                  <a:pt x="6451335" y="665459"/>
                  <a:pt x="6471349" y="686587"/>
                  <a:pt x="6501371" y="686587"/>
                </a:cubicBezTo>
                <a:cubicBezTo>
                  <a:pt x="6518051" y="686587"/>
                  <a:pt x="6533618" y="681026"/>
                  <a:pt x="6541401" y="669907"/>
                </a:cubicBezTo>
                <a:lnTo>
                  <a:pt x="6541401" y="683250"/>
                </a:lnTo>
                <a:lnTo>
                  <a:pt x="6581431" y="683250"/>
                </a:lnTo>
                <a:lnTo>
                  <a:pt x="6581431" y="589846"/>
                </a:lnTo>
                <a:cubicBezTo>
                  <a:pt x="6581431" y="552040"/>
                  <a:pt x="6553633" y="537584"/>
                  <a:pt x="6519162" y="537584"/>
                </a:cubicBezTo>
                <a:close/>
                <a:moveTo>
                  <a:pt x="6032135" y="537584"/>
                </a:moveTo>
                <a:cubicBezTo>
                  <a:pt x="5997665" y="537584"/>
                  <a:pt x="5970979" y="555376"/>
                  <a:pt x="5970979" y="555376"/>
                </a:cubicBezTo>
                <a:lnTo>
                  <a:pt x="5986546" y="585399"/>
                </a:lnTo>
                <a:cubicBezTo>
                  <a:pt x="5996553" y="578727"/>
                  <a:pt x="6013232" y="572055"/>
                  <a:pt x="6028800" y="572055"/>
                </a:cubicBezTo>
                <a:cubicBezTo>
                  <a:pt x="6044367" y="572055"/>
                  <a:pt x="6052150" y="578727"/>
                  <a:pt x="6052150" y="588735"/>
                </a:cubicBezTo>
                <a:lnTo>
                  <a:pt x="6053262" y="589846"/>
                </a:lnTo>
                <a:cubicBezTo>
                  <a:pt x="6053262" y="595407"/>
                  <a:pt x="6049926" y="598742"/>
                  <a:pt x="6043254" y="598742"/>
                </a:cubicBezTo>
                <a:lnTo>
                  <a:pt x="6015456" y="598742"/>
                </a:lnTo>
                <a:cubicBezTo>
                  <a:pt x="5984322" y="598742"/>
                  <a:pt x="5964307" y="618758"/>
                  <a:pt x="5964307" y="642108"/>
                </a:cubicBezTo>
                <a:cubicBezTo>
                  <a:pt x="5964307" y="665459"/>
                  <a:pt x="5984322" y="686587"/>
                  <a:pt x="6014344" y="686587"/>
                </a:cubicBezTo>
                <a:cubicBezTo>
                  <a:pt x="6031023" y="686587"/>
                  <a:pt x="6046591" y="681026"/>
                  <a:pt x="6054373" y="669907"/>
                </a:cubicBezTo>
                <a:lnTo>
                  <a:pt x="6054373" y="683250"/>
                </a:lnTo>
                <a:lnTo>
                  <a:pt x="6094404" y="683250"/>
                </a:lnTo>
                <a:lnTo>
                  <a:pt x="6094404" y="589846"/>
                </a:lnTo>
                <a:cubicBezTo>
                  <a:pt x="6094404" y="552040"/>
                  <a:pt x="6066605" y="537584"/>
                  <a:pt x="6032135" y="537584"/>
                </a:cubicBezTo>
                <a:close/>
                <a:moveTo>
                  <a:pt x="5380541" y="493106"/>
                </a:moveTo>
                <a:cubicBezTo>
                  <a:pt x="5367197" y="493106"/>
                  <a:pt x="5362750" y="493106"/>
                  <a:pt x="5353854" y="494218"/>
                </a:cubicBezTo>
                <a:cubicBezTo>
                  <a:pt x="5339399" y="545368"/>
                  <a:pt x="5338287" y="600966"/>
                  <a:pt x="5353854" y="654340"/>
                </a:cubicBezTo>
                <a:cubicBezTo>
                  <a:pt x="5362750" y="654340"/>
                  <a:pt x="5371645" y="656564"/>
                  <a:pt x="5380541" y="656564"/>
                </a:cubicBezTo>
                <a:cubicBezTo>
                  <a:pt x="5393884" y="656564"/>
                  <a:pt x="5406116" y="655451"/>
                  <a:pt x="5418346" y="653227"/>
                </a:cubicBezTo>
                <a:cubicBezTo>
                  <a:pt x="5401668" y="609861"/>
                  <a:pt x="5399444" y="562047"/>
                  <a:pt x="5411675" y="516457"/>
                </a:cubicBezTo>
                <a:cubicBezTo>
                  <a:pt x="5413899" y="509785"/>
                  <a:pt x="5416123" y="503114"/>
                  <a:pt x="5418346" y="496442"/>
                </a:cubicBezTo>
                <a:cubicBezTo>
                  <a:pt x="5406116" y="494218"/>
                  <a:pt x="5393884" y="493106"/>
                  <a:pt x="5380541" y="493106"/>
                </a:cubicBezTo>
                <a:close/>
                <a:moveTo>
                  <a:pt x="6618125" y="487547"/>
                </a:moveTo>
                <a:lnTo>
                  <a:pt x="6618125" y="542032"/>
                </a:lnTo>
                <a:lnTo>
                  <a:pt x="6595886" y="542032"/>
                </a:lnTo>
                <a:lnTo>
                  <a:pt x="6595886" y="576503"/>
                </a:lnTo>
                <a:lnTo>
                  <a:pt x="6618125" y="576503"/>
                </a:lnTo>
                <a:lnTo>
                  <a:pt x="6618125" y="654340"/>
                </a:lnTo>
                <a:cubicBezTo>
                  <a:pt x="6618125" y="683250"/>
                  <a:pt x="6639251" y="686587"/>
                  <a:pt x="6659266" y="686587"/>
                </a:cubicBezTo>
                <a:cubicBezTo>
                  <a:pt x="6670386" y="686587"/>
                  <a:pt x="6690401" y="684363"/>
                  <a:pt x="6690401" y="684363"/>
                </a:cubicBezTo>
                <a:lnTo>
                  <a:pt x="6690401" y="649892"/>
                </a:lnTo>
                <a:cubicBezTo>
                  <a:pt x="6690401" y="649892"/>
                  <a:pt x="6681505" y="649892"/>
                  <a:pt x="6671498" y="649892"/>
                </a:cubicBezTo>
                <a:cubicBezTo>
                  <a:pt x="6664827" y="649892"/>
                  <a:pt x="6658155" y="648780"/>
                  <a:pt x="6658155" y="639884"/>
                </a:cubicBezTo>
                <a:lnTo>
                  <a:pt x="6658155" y="575391"/>
                </a:lnTo>
                <a:lnTo>
                  <a:pt x="6689289" y="575391"/>
                </a:lnTo>
                <a:lnTo>
                  <a:pt x="6689289" y="540920"/>
                </a:lnTo>
                <a:lnTo>
                  <a:pt x="6658155" y="540920"/>
                </a:lnTo>
                <a:lnTo>
                  <a:pt x="6658155" y="487547"/>
                </a:lnTo>
                <a:close/>
                <a:moveTo>
                  <a:pt x="6261194" y="466419"/>
                </a:moveTo>
                <a:cubicBezTo>
                  <a:pt x="6246738" y="466419"/>
                  <a:pt x="6235619" y="477539"/>
                  <a:pt x="6235619" y="491994"/>
                </a:cubicBezTo>
                <a:cubicBezTo>
                  <a:pt x="6235619" y="506450"/>
                  <a:pt x="6246738" y="517570"/>
                  <a:pt x="6261194" y="517570"/>
                </a:cubicBezTo>
                <a:cubicBezTo>
                  <a:pt x="6275648" y="517570"/>
                  <a:pt x="6286768" y="505338"/>
                  <a:pt x="6286768" y="491994"/>
                </a:cubicBezTo>
                <a:cubicBezTo>
                  <a:pt x="6286768" y="478651"/>
                  <a:pt x="6275648" y="466419"/>
                  <a:pt x="6261194" y="466419"/>
                </a:cubicBezTo>
                <a:close/>
                <a:moveTo>
                  <a:pt x="5900927" y="466419"/>
                </a:moveTo>
                <a:lnTo>
                  <a:pt x="5900927" y="683250"/>
                </a:lnTo>
                <a:lnTo>
                  <a:pt x="5940957" y="683250"/>
                </a:lnTo>
                <a:lnTo>
                  <a:pt x="5940957" y="466419"/>
                </a:lnTo>
                <a:close/>
                <a:moveTo>
                  <a:pt x="5771943" y="461971"/>
                </a:moveTo>
                <a:cubicBezTo>
                  <a:pt x="5707450" y="461971"/>
                  <a:pt x="5658525" y="508674"/>
                  <a:pt x="5658525" y="574279"/>
                </a:cubicBezTo>
                <a:cubicBezTo>
                  <a:pt x="5658525" y="639884"/>
                  <a:pt x="5723017" y="686587"/>
                  <a:pt x="5771943" y="686587"/>
                </a:cubicBezTo>
                <a:cubicBezTo>
                  <a:pt x="5820868" y="686587"/>
                  <a:pt x="5866457" y="656564"/>
                  <a:pt x="5878689" y="605413"/>
                </a:cubicBezTo>
                <a:lnTo>
                  <a:pt x="5831987" y="605413"/>
                </a:lnTo>
                <a:cubicBezTo>
                  <a:pt x="5824203" y="630989"/>
                  <a:pt x="5801964" y="646557"/>
                  <a:pt x="5773054" y="646557"/>
                </a:cubicBezTo>
                <a:cubicBezTo>
                  <a:pt x="5731913" y="646557"/>
                  <a:pt x="5705227" y="615421"/>
                  <a:pt x="5705227" y="574279"/>
                </a:cubicBezTo>
                <a:cubicBezTo>
                  <a:pt x="5705227" y="533137"/>
                  <a:pt x="5731913" y="502002"/>
                  <a:pt x="5773054" y="502002"/>
                </a:cubicBezTo>
                <a:cubicBezTo>
                  <a:pt x="5800853" y="502002"/>
                  <a:pt x="5823092" y="517570"/>
                  <a:pt x="5830875" y="543145"/>
                </a:cubicBezTo>
                <a:lnTo>
                  <a:pt x="5878689" y="543145"/>
                </a:lnTo>
                <a:cubicBezTo>
                  <a:pt x="5865345" y="491994"/>
                  <a:pt x="5836435" y="461971"/>
                  <a:pt x="5771943" y="461971"/>
                </a:cubicBezTo>
                <a:close/>
                <a:moveTo>
                  <a:pt x="5449482" y="438620"/>
                </a:moveTo>
                <a:cubicBezTo>
                  <a:pt x="5436139" y="456411"/>
                  <a:pt x="5426131" y="475315"/>
                  <a:pt x="5418348" y="495330"/>
                </a:cubicBezTo>
                <a:cubicBezTo>
                  <a:pt x="5472832" y="504225"/>
                  <a:pt x="5520646" y="533137"/>
                  <a:pt x="5554004" y="574279"/>
                </a:cubicBezTo>
                <a:cubicBezTo>
                  <a:pt x="5567347" y="557599"/>
                  <a:pt x="5579578" y="538696"/>
                  <a:pt x="5587363" y="518681"/>
                </a:cubicBezTo>
                <a:cubicBezTo>
                  <a:pt x="5550668" y="480875"/>
                  <a:pt x="5502855" y="451963"/>
                  <a:pt x="5449482" y="43862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Drag picture file to insert light background image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97390884-694C-EA75-63FD-50D26494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5" y="2130266"/>
            <a:ext cx="9505950" cy="2169113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ctr">
              <a:lnSpc>
                <a:spcPct val="95000"/>
              </a:lnSpc>
              <a:spcBef>
                <a:spcPts val="0"/>
              </a:spcBef>
              <a:buNone/>
              <a:defRPr sz="5400" spc="-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Two or three</a:t>
            </a:r>
            <a:br>
              <a:rPr lang="en-US" dirty="0"/>
            </a:br>
            <a:r>
              <a:rPr lang="en-US" dirty="0"/>
              <a:t>line title here</a:t>
            </a:r>
            <a:br>
              <a:rPr lang="en-US" dirty="0"/>
            </a:br>
            <a:r>
              <a:rPr lang="en-US" dirty="0"/>
              <a:t>lorem ipsum dolor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6DAEE13-2318-F370-87B8-2A80E68FCC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26" y="4383735"/>
            <a:ext cx="9505949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02B0758-B4CA-9757-CB8C-7EFB8F6D8A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4113" y="6312625"/>
            <a:ext cx="7343775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90000"/>
              </a:lnSpc>
              <a:buNone/>
              <a:defRPr sz="16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Forename Surname  |  Month 00, 0000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only - Partnership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7EAEA2-444F-BA57-976C-857AE7A0B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tIns="108000" bIns="108000" rtlCol="0" anchor="ctr" anchorCtr="0">
            <a:noAutofit/>
          </a:bodyPr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24" name="Picture Placeholder 177">
            <a:extLst>
              <a:ext uri="{FF2B5EF4-FFF2-40B4-BE49-F238E27FC236}">
                <a16:creationId xmlns:a16="http://schemas.microsoft.com/office/drawing/2014/main" id="{EBF07732-6455-6288-ADD7-82EA3A36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62088" y="0"/>
            <a:ext cx="8129913" cy="6858000"/>
          </a:xfrm>
          <a:custGeom>
            <a:avLst/>
            <a:gdLst>
              <a:gd name="connsiteX0" fmla="*/ 4064325 w 8129913"/>
              <a:gd name="connsiteY0" fmla="*/ 0 h 6858000"/>
              <a:gd name="connsiteX1" fmla="*/ 8129913 w 8129913"/>
              <a:gd name="connsiteY1" fmla="*/ 0 h 6858000"/>
              <a:gd name="connsiteX2" fmla="*/ 8129913 w 8129913"/>
              <a:gd name="connsiteY2" fmla="*/ 6858000 h 6858000"/>
              <a:gd name="connsiteX3" fmla="*/ 0 w 81299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9913" h="6858000">
                <a:moveTo>
                  <a:pt x="4064325" y="0"/>
                </a:moveTo>
                <a:lnTo>
                  <a:pt x="8129913" y="0"/>
                </a:lnTo>
                <a:lnTo>
                  <a:pt x="81299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540000" tIns="0" bIns="108000" anchor="b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to insert image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198B190-8256-B7A4-2DD6-F8CE6D676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2825312"/>
            <a:ext cx="4944964" cy="719138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Partnership one line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21ECA6D-9164-BCFE-CCD2-81392195A8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3628806"/>
            <a:ext cx="4944964" cy="2817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6B1A429-888C-2797-FF18-D1CE3F01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0864" y="5707061"/>
            <a:ext cx="1727998" cy="16947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 partnership with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BDA2E78-25E6-052B-34AB-B186CE4FC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0862" y="6019334"/>
            <a:ext cx="1728000" cy="470366"/>
          </a:xfrm>
        </p:spPr>
        <p:txBody>
          <a:bodyPr lIns="180000" rIns="180000"/>
          <a:lstStyle>
            <a:lvl1pPr marL="0" indent="0" algn="ctr">
              <a:buNone/>
              <a:defRPr sz="1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picture file here to insert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22E148-3B65-FC8D-1466-118B64DEDD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63" t="23870" r="9262" b="23680"/>
          <a:stretch/>
        </p:blipFill>
        <p:spPr>
          <a:xfrm>
            <a:off x="558005" y="354488"/>
            <a:ext cx="1303200" cy="2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00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r 3 lines - Partnership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6E345B-8F6B-102C-C87F-DFBE5B06B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tIns="108000" bIns="108000" rtlCol="0" anchor="ctr" anchorCtr="0">
            <a:noAutofit/>
          </a:bodyPr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24" name="Picture Placeholder 177">
            <a:extLst>
              <a:ext uri="{FF2B5EF4-FFF2-40B4-BE49-F238E27FC236}">
                <a16:creationId xmlns:a16="http://schemas.microsoft.com/office/drawing/2014/main" id="{EBF07732-6455-6288-ADD7-82EA3A36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62088" y="0"/>
            <a:ext cx="8129913" cy="6858000"/>
          </a:xfrm>
          <a:custGeom>
            <a:avLst/>
            <a:gdLst>
              <a:gd name="connsiteX0" fmla="*/ 4064325 w 8129913"/>
              <a:gd name="connsiteY0" fmla="*/ 0 h 6858000"/>
              <a:gd name="connsiteX1" fmla="*/ 8129913 w 8129913"/>
              <a:gd name="connsiteY1" fmla="*/ 0 h 6858000"/>
              <a:gd name="connsiteX2" fmla="*/ 8129913 w 8129913"/>
              <a:gd name="connsiteY2" fmla="*/ 6858000 h 6858000"/>
              <a:gd name="connsiteX3" fmla="*/ 0 w 81299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9913" h="6858000">
                <a:moveTo>
                  <a:pt x="4064325" y="0"/>
                </a:moveTo>
                <a:lnTo>
                  <a:pt x="8129913" y="0"/>
                </a:lnTo>
                <a:lnTo>
                  <a:pt x="81299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540000" tIns="0" bIns="108000" anchor="b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to insert image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198B190-8256-B7A4-2DD6-F8CE6D676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3292324"/>
            <a:ext cx="3744911" cy="719138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Partnership two or three line title</a:t>
            </a:r>
            <a:br>
              <a:rPr lang="en-US" dirty="0"/>
            </a:br>
            <a:r>
              <a:rPr lang="en-US" dirty="0"/>
              <a:t>lorem ipsum 36pt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21ECA6D-9164-BCFE-CCD2-81392195A8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4095818"/>
            <a:ext cx="3744911" cy="2817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257C907-D3D8-02CC-8B8B-77BA96605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0864" y="5707061"/>
            <a:ext cx="1727998" cy="16947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 partnership with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384EE35-0150-864C-3353-A93FDAFE5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0862" y="6019334"/>
            <a:ext cx="1728000" cy="470366"/>
          </a:xfrm>
        </p:spPr>
        <p:txBody>
          <a:bodyPr lIns="180000" rIns="180000"/>
          <a:lstStyle>
            <a:lvl1pPr marL="0" indent="0" algn="ctr">
              <a:buNone/>
              <a:defRPr sz="1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Drag picture file here to insert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38638A-393C-C5B1-D192-8A2E700086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63" t="23870" r="9262" b="23680"/>
          <a:stretch/>
        </p:blipFill>
        <p:spPr>
          <a:xfrm>
            <a:off x="558005" y="354488"/>
            <a:ext cx="1303200" cy="2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6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- 1 line only - M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0A72917-94AF-8327-0C66-877F8B0C1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539177 w 12192000"/>
              <a:gd name="connsiteY0" fmla="*/ 622093 h 6858000"/>
              <a:gd name="connsiteX1" fmla="*/ 6539177 w 12192000"/>
              <a:gd name="connsiteY1" fmla="*/ 632101 h 6858000"/>
              <a:gd name="connsiteX2" fmla="*/ 6511379 w 12192000"/>
              <a:gd name="connsiteY2" fmla="*/ 657676 h 6858000"/>
              <a:gd name="connsiteX3" fmla="*/ 6491364 w 12192000"/>
              <a:gd name="connsiteY3" fmla="*/ 640997 h 6858000"/>
              <a:gd name="connsiteX4" fmla="*/ 6511379 w 12192000"/>
              <a:gd name="connsiteY4" fmla="*/ 625429 h 6858000"/>
              <a:gd name="connsiteX5" fmla="*/ 6526946 w 12192000"/>
              <a:gd name="connsiteY5" fmla="*/ 625429 h 6858000"/>
              <a:gd name="connsiteX6" fmla="*/ 6539177 w 12192000"/>
              <a:gd name="connsiteY6" fmla="*/ 622093 h 6858000"/>
              <a:gd name="connsiteX7" fmla="*/ 6052150 w 12192000"/>
              <a:gd name="connsiteY7" fmla="*/ 622093 h 6858000"/>
              <a:gd name="connsiteX8" fmla="*/ 6052150 w 12192000"/>
              <a:gd name="connsiteY8" fmla="*/ 632101 h 6858000"/>
              <a:gd name="connsiteX9" fmla="*/ 6024352 w 12192000"/>
              <a:gd name="connsiteY9" fmla="*/ 657676 h 6858000"/>
              <a:gd name="connsiteX10" fmla="*/ 6004337 w 12192000"/>
              <a:gd name="connsiteY10" fmla="*/ 640997 h 6858000"/>
              <a:gd name="connsiteX11" fmla="*/ 6024352 w 12192000"/>
              <a:gd name="connsiteY11" fmla="*/ 625429 h 6858000"/>
              <a:gd name="connsiteX12" fmla="*/ 6039919 w 12192000"/>
              <a:gd name="connsiteY12" fmla="*/ 625429 h 6858000"/>
              <a:gd name="connsiteX13" fmla="*/ 6052150 w 12192000"/>
              <a:gd name="connsiteY13" fmla="*/ 622093 h 6858000"/>
              <a:gd name="connsiteX14" fmla="*/ 5555115 w 12192000"/>
              <a:gd name="connsiteY14" fmla="*/ 574279 h 6858000"/>
              <a:gd name="connsiteX15" fmla="*/ 5418348 w 12192000"/>
              <a:gd name="connsiteY15" fmla="*/ 653229 h 6858000"/>
              <a:gd name="connsiteX16" fmla="*/ 5433915 w 12192000"/>
              <a:gd name="connsiteY16" fmla="*/ 687699 h 6858000"/>
              <a:gd name="connsiteX17" fmla="*/ 5449482 w 12192000"/>
              <a:gd name="connsiteY17" fmla="*/ 709938 h 6858000"/>
              <a:gd name="connsiteX18" fmla="*/ 5588473 w 12192000"/>
              <a:gd name="connsiteY18" fmla="*/ 629877 h 6858000"/>
              <a:gd name="connsiteX19" fmla="*/ 5555115 w 12192000"/>
              <a:gd name="connsiteY19" fmla="*/ 574279 h 6858000"/>
              <a:gd name="connsiteX20" fmla="*/ 6774909 w 12192000"/>
              <a:gd name="connsiteY20" fmla="*/ 570943 h 6858000"/>
              <a:gd name="connsiteX21" fmla="*/ 6806043 w 12192000"/>
              <a:gd name="connsiteY21" fmla="*/ 596518 h 6858000"/>
              <a:gd name="connsiteX22" fmla="*/ 6742662 w 12192000"/>
              <a:gd name="connsiteY22" fmla="*/ 596518 h 6858000"/>
              <a:gd name="connsiteX23" fmla="*/ 6774909 w 12192000"/>
              <a:gd name="connsiteY23" fmla="*/ 570943 h 6858000"/>
              <a:gd name="connsiteX24" fmla="*/ 6223388 w 12192000"/>
              <a:gd name="connsiteY24" fmla="*/ 540921 h 6858000"/>
              <a:gd name="connsiteX25" fmla="*/ 6223388 w 12192000"/>
              <a:gd name="connsiteY25" fmla="*/ 575391 h 6858000"/>
              <a:gd name="connsiteX26" fmla="*/ 6243403 w 12192000"/>
              <a:gd name="connsiteY26" fmla="*/ 575391 h 6858000"/>
              <a:gd name="connsiteX27" fmla="*/ 6243403 w 12192000"/>
              <a:gd name="connsiteY27" fmla="*/ 683250 h 6858000"/>
              <a:gd name="connsiteX28" fmla="*/ 6283433 w 12192000"/>
              <a:gd name="connsiteY28" fmla="*/ 683250 h 6858000"/>
              <a:gd name="connsiteX29" fmla="*/ 6283433 w 12192000"/>
              <a:gd name="connsiteY29" fmla="*/ 540921 h 6858000"/>
              <a:gd name="connsiteX30" fmla="*/ 6297888 w 12192000"/>
              <a:gd name="connsiteY30" fmla="*/ 540920 h 6858000"/>
              <a:gd name="connsiteX31" fmla="*/ 6346814 w 12192000"/>
              <a:gd name="connsiteY31" fmla="*/ 683250 h 6858000"/>
              <a:gd name="connsiteX32" fmla="*/ 6396850 w 12192000"/>
              <a:gd name="connsiteY32" fmla="*/ 683250 h 6858000"/>
              <a:gd name="connsiteX33" fmla="*/ 6447999 w 12192000"/>
              <a:gd name="connsiteY33" fmla="*/ 540920 h 6858000"/>
              <a:gd name="connsiteX34" fmla="*/ 6405746 w 12192000"/>
              <a:gd name="connsiteY34" fmla="*/ 540920 h 6858000"/>
              <a:gd name="connsiteX35" fmla="*/ 6373500 w 12192000"/>
              <a:gd name="connsiteY35" fmla="*/ 639884 h 6858000"/>
              <a:gd name="connsiteX36" fmla="*/ 6341253 w 12192000"/>
              <a:gd name="connsiteY36" fmla="*/ 540920 h 6858000"/>
              <a:gd name="connsiteX37" fmla="*/ 6774909 w 12192000"/>
              <a:gd name="connsiteY37" fmla="*/ 538696 h 6858000"/>
              <a:gd name="connsiteX38" fmla="*/ 6701521 w 12192000"/>
              <a:gd name="connsiteY38" fmla="*/ 613198 h 6858000"/>
              <a:gd name="connsiteX39" fmla="*/ 6776020 w 12192000"/>
              <a:gd name="connsiteY39" fmla="*/ 687698 h 6858000"/>
              <a:gd name="connsiteX40" fmla="*/ 6847184 w 12192000"/>
              <a:gd name="connsiteY40" fmla="*/ 643219 h 6858000"/>
              <a:gd name="connsiteX41" fmla="*/ 6804931 w 12192000"/>
              <a:gd name="connsiteY41" fmla="*/ 638772 h 6858000"/>
              <a:gd name="connsiteX42" fmla="*/ 6776020 w 12192000"/>
              <a:gd name="connsiteY42" fmla="*/ 653227 h 6858000"/>
              <a:gd name="connsiteX43" fmla="*/ 6743775 w 12192000"/>
              <a:gd name="connsiteY43" fmla="*/ 624317 h 6858000"/>
              <a:gd name="connsiteX44" fmla="*/ 6849408 w 12192000"/>
              <a:gd name="connsiteY44" fmla="*/ 624317 h 6858000"/>
              <a:gd name="connsiteX45" fmla="*/ 6849408 w 12192000"/>
              <a:gd name="connsiteY45" fmla="*/ 623205 h 6858000"/>
              <a:gd name="connsiteX46" fmla="*/ 6774909 w 12192000"/>
              <a:gd name="connsiteY46" fmla="*/ 538696 h 6858000"/>
              <a:gd name="connsiteX47" fmla="*/ 6192254 w 12192000"/>
              <a:gd name="connsiteY47" fmla="*/ 538696 h 6858000"/>
              <a:gd name="connsiteX48" fmla="*/ 6155559 w 12192000"/>
              <a:gd name="connsiteY48" fmla="*/ 563159 h 6858000"/>
              <a:gd name="connsiteX49" fmla="*/ 6155559 w 12192000"/>
              <a:gd name="connsiteY49" fmla="*/ 540920 h 6858000"/>
              <a:gd name="connsiteX50" fmla="*/ 6116642 w 12192000"/>
              <a:gd name="connsiteY50" fmla="*/ 540920 h 6858000"/>
              <a:gd name="connsiteX51" fmla="*/ 6116642 w 12192000"/>
              <a:gd name="connsiteY51" fmla="*/ 683250 h 6858000"/>
              <a:gd name="connsiteX52" fmla="*/ 6156672 w 12192000"/>
              <a:gd name="connsiteY52" fmla="*/ 683250 h 6858000"/>
              <a:gd name="connsiteX53" fmla="*/ 6156672 w 12192000"/>
              <a:gd name="connsiteY53" fmla="*/ 615421 h 6858000"/>
              <a:gd name="connsiteX54" fmla="*/ 6186693 w 12192000"/>
              <a:gd name="connsiteY54" fmla="*/ 580951 h 6858000"/>
              <a:gd name="connsiteX55" fmla="*/ 6203373 w 12192000"/>
              <a:gd name="connsiteY55" fmla="*/ 580951 h 6858000"/>
              <a:gd name="connsiteX56" fmla="*/ 6203373 w 12192000"/>
              <a:gd name="connsiteY56" fmla="*/ 539808 h 6858000"/>
              <a:gd name="connsiteX57" fmla="*/ 6192254 w 12192000"/>
              <a:gd name="connsiteY57" fmla="*/ 538696 h 6858000"/>
              <a:gd name="connsiteX58" fmla="*/ 6519162 w 12192000"/>
              <a:gd name="connsiteY58" fmla="*/ 537584 h 6858000"/>
              <a:gd name="connsiteX59" fmla="*/ 6458006 w 12192000"/>
              <a:gd name="connsiteY59" fmla="*/ 555376 h 6858000"/>
              <a:gd name="connsiteX60" fmla="*/ 6473573 w 12192000"/>
              <a:gd name="connsiteY60" fmla="*/ 585399 h 6858000"/>
              <a:gd name="connsiteX61" fmla="*/ 6515827 w 12192000"/>
              <a:gd name="connsiteY61" fmla="*/ 572055 h 6858000"/>
              <a:gd name="connsiteX62" fmla="*/ 6539177 w 12192000"/>
              <a:gd name="connsiteY62" fmla="*/ 588735 h 6858000"/>
              <a:gd name="connsiteX63" fmla="*/ 6540290 w 12192000"/>
              <a:gd name="connsiteY63" fmla="*/ 589846 h 6858000"/>
              <a:gd name="connsiteX64" fmla="*/ 6530282 w 12192000"/>
              <a:gd name="connsiteY64" fmla="*/ 598742 h 6858000"/>
              <a:gd name="connsiteX65" fmla="*/ 6502484 w 12192000"/>
              <a:gd name="connsiteY65" fmla="*/ 598742 h 6858000"/>
              <a:gd name="connsiteX66" fmla="*/ 6451335 w 12192000"/>
              <a:gd name="connsiteY66" fmla="*/ 642108 h 6858000"/>
              <a:gd name="connsiteX67" fmla="*/ 6501371 w 12192000"/>
              <a:gd name="connsiteY67" fmla="*/ 686587 h 6858000"/>
              <a:gd name="connsiteX68" fmla="*/ 6541401 w 12192000"/>
              <a:gd name="connsiteY68" fmla="*/ 669907 h 6858000"/>
              <a:gd name="connsiteX69" fmla="*/ 6541401 w 12192000"/>
              <a:gd name="connsiteY69" fmla="*/ 683250 h 6858000"/>
              <a:gd name="connsiteX70" fmla="*/ 6581431 w 12192000"/>
              <a:gd name="connsiteY70" fmla="*/ 683250 h 6858000"/>
              <a:gd name="connsiteX71" fmla="*/ 6581431 w 12192000"/>
              <a:gd name="connsiteY71" fmla="*/ 589846 h 6858000"/>
              <a:gd name="connsiteX72" fmla="*/ 6519162 w 12192000"/>
              <a:gd name="connsiteY72" fmla="*/ 537584 h 6858000"/>
              <a:gd name="connsiteX73" fmla="*/ 6032135 w 12192000"/>
              <a:gd name="connsiteY73" fmla="*/ 537584 h 6858000"/>
              <a:gd name="connsiteX74" fmla="*/ 5970979 w 12192000"/>
              <a:gd name="connsiteY74" fmla="*/ 555376 h 6858000"/>
              <a:gd name="connsiteX75" fmla="*/ 5986546 w 12192000"/>
              <a:gd name="connsiteY75" fmla="*/ 585399 h 6858000"/>
              <a:gd name="connsiteX76" fmla="*/ 6028800 w 12192000"/>
              <a:gd name="connsiteY76" fmla="*/ 572055 h 6858000"/>
              <a:gd name="connsiteX77" fmla="*/ 6052150 w 12192000"/>
              <a:gd name="connsiteY77" fmla="*/ 588735 h 6858000"/>
              <a:gd name="connsiteX78" fmla="*/ 6053262 w 12192000"/>
              <a:gd name="connsiteY78" fmla="*/ 589846 h 6858000"/>
              <a:gd name="connsiteX79" fmla="*/ 6043254 w 12192000"/>
              <a:gd name="connsiteY79" fmla="*/ 598742 h 6858000"/>
              <a:gd name="connsiteX80" fmla="*/ 6015456 w 12192000"/>
              <a:gd name="connsiteY80" fmla="*/ 598742 h 6858000"/>
              <a:gd name="connsiteX81" fmla="*/ 5964307 w 12192000"/>
              <a:gd name="connsiteY81" fmla="*/ 642108 h 6858000"/>
              <a:gd name="connsiteX82" fmla="*/ 6014344 w 12192000"/>
              <a:gd name="connsiteY82" fmla="*/ 686587 h 6858000"/>
              <a:gd name="connsiteX83" fmla="*/ 6054373 w 12192000"/>
              <a:gd name="connsiteY83" fmla="*/ 669907 h 6858000"/>
              <a:gd name="connsiteX84" fmla="*/ 6054373 w 12192000"/>
              <a:gd name="connsiteY84" fmla="*/ 683250 h 6858000"/>
              <a:gd name="connsiteX85" fmla="*/ 6094404 w 12192000"/>
              <a:gd name="connsiteY85" fmla="*/ 683250 h 6858000"/>
              <a:gd name="connsiteX86" fmla="*/ 6094404 w 12192000"/>
              <a:gd name="connsiteY86" fmla="*/ 589846 h 6858000"/>
              <a:gd name="connsiteX87" fmla="*/ 6032135 w 12192000"/>
              <a:gd name="connsiteY87" fmla="*/ 537584 h 6858000"/>
              <a:gd name="connsiteX88" fmla="*/ 5380541 w 12192000"/>
              <a:gd name="connsiteY88" fmla="*/ 493106 h 6858000"/>
              <a:gd name="connsiteX89" fmla="*/ 5353854 w 12192000"/>
              <a:gd name="connsiteY89" fmla="*/ 494218 h 6858000"/>
              <a:gd name="connsiteX90" fmla="*/ 5353854 w 12192000"/>
              <a:gd name="connsiteY90" fmla="*/ 654340 h 6858000"/>
              <a:gd name="connsiteX91" fmla="*/ 5380541 w 12192000"/>
              <a:gd name="connsiteY91" fmla="*/ 656564 h 6858000"/>
              <a:gd name="connsiteX92" fmla="*/ 5418346 w 12192000"/>
              <a:gd name="connsiteY92" fmla="*/ 653227 h 6858000"/>
              <a:gd name="connsiteX93" fmla="*/ 5411675 w 12192000"/>
              <a:gd name="connsiteY93" fmla="*/ 516457 h 6858000"/>
              <a:gd name="connsiteX94" fmla="*/ 5418346 w 12192000"/>
              <a:gd name="connsiteY94" fmla="*/ 496442 h 6858000"/>
              <a:gd name="connsiteX95" fmla="*/ 5380541 w 12192000"/>
              <a:gd name="connsiteY95" fmla="*/ 493106 h 6858000"/>
              <a:gd name="connsiteX96" fmla="*/ 6618125 w 12192000"/>
              <a:gd name="connsiteY96" fmla="*/ 487547 h 6858000"/>
              <a:gd name="connsiteX97" fmla="*/ 6618125 w 12192000"/>
              <a:gd name="connsiteY97" fmla="*/ 542032 h 6858000"/>
              <a:gd name="connsiteX98" fmla="*/ 6595886 w 12192000"/>
              <a:gd name="connsiteY98" fmla="*/ 542032 h 6858000"/>
              <a:gd name="connsiteX99" fmla="*/ 6595886 w 12192000"/>
              <a:gd name="connsiteY99" fmla="*/ 576503 h 6858000"/>
              <a:gd name="connsiteX100" fmla="*/ 6618125 w 12192000"/>
              <a:gd name="connsiteY100" fmla="*/ 576503 h 6858000"/>
              <a:gd name="connsiteX101" fmla="*/ 6618125 w 12192000"/>
              <a:gd name="connsiteY101" fmla="*/ 654340 h 6858000"/>
              <a:gd name="connsiteX102" fmla="*/ 6659266 w 12192000"/>
              <a:gd name="connsiteY102" fmla="*/ 686587 h 6858000"/>
              <a:gd name="connsiteX103" fmla="*/ 6690401 w 12192000"/>
              <a:gd name="connsiteY103" fmla="*/ 684363 h 6858000"/>
              <a:gd name="connsiteX104" fmla="*/ 6690401 w 12192000"/>
              <a:gd name="connsiteY104" fmla="*/ 649892 h 6858000"/>
              <a:gd name="connsiteX105" fmla="*/ 6671498 w 12192000"/>
              <a:gd name="connsiteY105" fmla="*/ 649892 h 6858000"/>
              <a:gd name="connsiteX106" fmla="*/ 6658155 w 12192000"/>
              <a:gd name="connsiteY106" fmla="*/ 639884 h 6858000"/>
              <a:gd name="connsiteX107" fmla="*/ 6658155 w 12192000"/>
              <a:gd name="connsiteY107" fmla="*/ 575391 h 6858000"/>
              <a:gd name="connsiteX108" fmla="*/ 6689289 w 12192000"/>
              <a:gd name="connsiteY108" fmla="*/ 575391 h 6858000"/>
              <a:gd name="connsiteX109" fmla="*/ 6689289 w 12192000"/>
              <a:gd name="connsiteY109" fmla="*/ 540920 h 6858000"/>
              <a:gd name="connsiteX110" fmla="*/ 6658155 w 12192000"/>
              <a:gd name="connsiteY110" fmla="*/ 540920 h 6858000"/>
              <a:gd name="connsiteX111" fmla="*/ 6658155 w 12192000"/>
              <a:gd name="connsiteY111" fmla="*/ 487547 h 6858000"/>
              <a:gd name="connsiteX112" fmla="*/ 6261194 w 12192000"/>
              <a:gd name="connsiteY112" fmla="*/ 466419 h 6858000"/>
              <a:gd name="connsiteX113" fmla="*/ 6235619 w 12192000"/>
              <a:gd name="connsiteY113" fmla="*/ 491994 h 6858000"/>
              <a:gd name="connsiteX114" fmla="*/ 6261194 w 12192000"/>
              <a:gd name="connsiteY114" fmla="*/ 517570 h 6858000"/>
              <a:gd name="connsiteX115" fmla="*/ 6286768 w 12192000"/>
              <a:gd name="connsiteY115" fmla="*/ 491994 h 6858000"/>
              <a:gd name="connsiteX116" fmla="*/ 6261194 w 12192000"/>
              <a:gd name="connsiteY116" fmla="*/ 466419 h 6858000"/>
              <a:gd name="connsiteX117" fmla="*/ 5900927 w 12192000"/>
              <a:gd name="connsiteY117" fmla="*/ 466419 h 6858000"/>
              <a:gd name="connsiteX118" fmla="*/ 5900927 w 12192000"/>
              <a:gd name="connsiteY118" fmla="*/ 683250 h 6858000"/>
              <a:gd name="connsiteX119" fmla="*/ 5940957 w 12192000"/>
              <a:gd name="connsiteY119" fmla="*/ 683250 h 6858000"/>
              <a:gd name="connsiteX120" fmla="*/ 5940957 w 12192000"/>
              <a:gd name="connsiteY120" fmla="*/ 466419 h 6858000"/>
              <a:gd name="connsiteX121" fmla="*/ 5771943 w 12192000"/>
              <a:gd name="connsiteY121" fmla="*/ 461971 h 6858000"/>
              <a:gd name="connsiteX122" fmla="*/ 5658525 w 12192000"/>
              <a:gd name="connsiteY122" fmla="*/ 574279 h 6858000"/>
              <a:gd name="connsiteX123" fmla="*/ 5771943 w 12192000"/>
              <a:gd name="connsiteY123" fmla="*/ 686587 h 6858000"/>
              <a:gd name="connsiteX124" fmla="*/ 5878689 w 12192000"/>
              <a:gd name="connsiteY124" fmla="*/ 605413 h 6858000"/>
              <a:gd name="connsiteX125" fmla="*/ 5831987 w 12192000"/>
              <a:gd name="connsiteY125" fmla="*/ 605413 h 6858000"/>
              <a:gd name="connsiteX126" fmla="*/ 5773054 w 12192000"/>
              <a:gd name="connsiteY126" fmla="*/ 646557 h 6858000"/>
              <a:gd name="connsiteX127" fmla="*/ 5705227 w 12192000"/>
              <a:gd name="connsiteY127" fmla="*/ 574279 h 6858000"/>
              <a:gd name="connsiteX128" fmla="*/ 5773054 w 12192000"/>
              <a:gd name="connsiteY128" fmla="*/ 502002 h 6858000"/>
              <a:gd name="connsiteX129" fmla="*/ 5830875 w 12192000"/>
              <a:gd name="connsiteY129" fmla="*/ 543145 h 6858000"/>
              <a:gd name="connsiteX130" fmla="*/ 5878689 w 12192000"/>
              <a:gd name="connsiteY130" fmla="*/ 543145 h 6858000"/>
              <a:gd name="connsiteX131" fmla="*/ 5771943 w 12192000"/>
              <a:gd name="connsiteY131" fmla="*/ 461971 h 6858000"/>
              <a:gd name="connsiteX132" fmla="*/ 5449482 w 12192000"/>
              <a:gd name="connsiteY132" fmla="*/ 438620 h 6858000"/>
              <a:gd name="connsiteX133" fmla="*/ 5418348 w 12192000"/>
              <a:gd name="connsiteY133" fmla="*/ 495330 h 6858000"/>
              <a:gd name="connsiteX134" fmla="*/ 5554004 w 12192000"/>
              <a:gd name="connsiteY134" fmla="*/ 574279 h 6858000"/>
              <a:gd name="connsiteX135" fmla="*/ 5587363 w 12192000"/>
              <a:gd name="connsiteY135" fmla="*/ 518681 h 6858000"/>
              <a:gd name="connsiteX136" fmla="*/ 5449482 w 12192000"/>
              <a:gd name="connsiteY136" fmla="*/ 438620 h 6858000"/>
              <a:gd name="connsiteX137" fmla="*/ 0 w 12192000"/>
              <a:gd name="connsiteY137" fmla="*/ 0 h 6858000"/>
              <a:gd name="connsiteX138" fmla="*/ 12192000 w 12192000"/>
              <a:gd name="connsiteY138" fmla="*/ 0 h 6858000"/>
              <a:gd name="connsiteX139" fmla="*/ 12192000 w 12192000"/>
              <a:gd name="connsiteY139" fmla="*/ 6858000 h 6858000"/>
              <a:gd name="connsiteX140" fmla="*/ 0 w 12192000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2192000" h="6858000">
                <a:moveTo>
                  <a:pt x="6539177" y="622093"/>
                </a:moveTo>
                <a:lnTo>
                  <a:pt x="6539177" y="632101"/>
                </a:lnTo>
                <a:cubicBezTo>
                  <a:pt x="6539177" y="649892"/>
                  <a:pt x="6523610" y="657676"/>
                  <a:pt x="6511379" y="657676"/>
                </a:cubicBezTo>
                <a:cubicBezTo>
                  <a:pt x="6499147" y="657676"/>
                  <a:pt x="6491364" y="651005"/>
                  <a:pt x="6491364" y="640997"/>
                </a:cubicBezTo>
                <a:cubicBezTo>
                  <a:pt x="6491364" y="630989"/>
                  <a:pt x="6499147" y="625429"/>
                  <a:pt x="6511379" y="625429"/>
                </a:cubicBezTo>
                <a:lnTo>
                  <a:pt x="6526946" y="625429"/>
                </a:lnTo>
                <a:cubicBezTo>
                  <a:pt x="6532505" y="625429"/>
                  <a:pt x="6536953" y="624317"/>
                  <a:pt x="6539177" y="622093"/>
                </a:cubicBezTo>
                <a:close/>
                <a:moveTo>
                  <a:pt x="6052150" y="622093"/>
                </a:moveTo>
                <a:lnTo>
                  <a:pt x="6052150" y="632101"/>
                </a:lnTo>
                <a:cubicBezTo>
                  <a:pt x="6052150" y="649892"/>
                  <a:pt x="6036582" y="657676"/>
                  <a:pt x="6024352" y="657676"/>
                </a:cubicBezTo>
                <a:cubicBezTo>
                  <a:pt x="6012120" y="657676"/>
                  <a:pt x="6004337" y="651005"/>
                  <a:pt x="6004337" y="640997"/>
                </a:cubicBezTo>
                <a:cubicBezTo>
                  <a:pt x="6004337" y="630989"/>
                  <a:pt x="6012120" y="625429"/>
                  <a:pt x="6024352" y="625429"/>
                </a:cubicBezTo>
                <a:lnTo>
                  <a:pt x="6039919" y="625429"/>
                </a:lnTo>
                <a:cubicBezTo>
                  <a:pt x="6045478" y="625429"/>
                  <a:pt x="6049926" y="624317"/>
                  <a:pt x="6052150" y="622093"/>
                </a:cubicBezTo>
                <a:close/>
                <a:moveTo>
                  <a:pt x="5555115" y="574279"/>
                </a:moveTo>
                <a:cubicBezTo>
                  <a:pt x="5520646" y="615421"/>
                  <a:pt x="5472832" y="644332"/>
                  <a:pt x="5418348" y="653229"/>
                </a:cubicBezTo>
                <a:cubicBezTo>
                  <a:pt x="5422796" y="664348"/>
                  <a:pt x="5428354" y="676579"/>
                  <a:pt x="5433915" y="687699"/>
                </a:cubicBezTo>
                <a:cubicBezTo>
                  <a:pt x="5438363" y="695482"/>
                  <a:pt x="5443922" y="703266"/>
                  <a:pt x="5449482" y="709938"/>
                </a:cubicBezTo>
                <a:cubicBezTo>
                  <a:pt x="5502855" y="696595"/>
                  <a:pt x="5550668" y="668796"/>
                  <a:pt x="5588473" y="629877"/>
                </a:cubicBezTo>
                <a:cubicBezTo>
                  <a:pt x="5579578" y="609861"/>
                  <a:pt x="5568459" y="590959"/>
                  <a:pt x="5555115" y="574279"/>
                </a:cubicBezTo>
                <a:close/>
                <a:moveTo>
                  <a:pt x="6774909" y="570943"/>
                </a:moveTo>
                <a:cubicBezTo>
                  <a:pt x="6791587" y="570943"/>
                  <a:pt x="6803819" y="582062"/>
                  <a:pt x="6806043" y="596518"/>
                </a:cubicBezTo>
                <a:lnTo>
                  <a:pt x="6742662" y="596518"/>
                </a:lnTo>
                <a:cubicBezTo>
                  <a:pt x="6745999" y="580951"/>
                  <a:pt x="6758229" y="570943"/>
                  <a:pt x="6774909" y="570943"/>
                </a:cubicBezTo>
                <a:close/>
                <a:moveTo>
                  <a:pt x="6223388" y="540921"/>
                </a:moveTo>
                <a:lnTo>
                  <a:pt x="6223388" y="575391"/>
                </a:lnTo>
                <a:lnTo>
                  <a:pt x="6243403" y="575391"/>
                </a:lnTo>
                <a:lnTo>
                  <a:pt x="6243403" y="683250"/>
                </a:lnTo>
                <a:lnTo>
                  <a:pt x="6283433" y="683250"/>
                </a:lnTo>
                <a:lnTo>
                  <a:pt x="6283433" y="540921"/>
                </a:lnTo>
                <a:close/>
                <a:moveTo>
                  <a:pt x="6297888" y="540920"/>
                </a:moveTo>
                <a:lnTo>
                  <a:pt x="6346814" y="683250"/>
                </a:lnTo>
                <a:lnTo>
                  <a:pt x="6396850" y="683250"/>
                </a:lnTo>
                <a:lnTo>
                  <a:pt x="6447999" y="540920"/>
                </a:lnTo>
                <a:lnTo>
                  <a:pt x="6405746" y="540920"/>
                </a:lnTo>
                <a:lnTo>
                  <a:pt x="6373500" y="639884"/>
                </a:lnTo>
                <a:lnTo>
                  <a:pt x="6341253" y="540920"/>
                </a:lnTo>
                <a:close/>
                <a:moveTo>
                  <a:pt x="6774909" y="538696"/>
                </a:moveTo>
                <a:cubicBezTo>
                  <a:pt x="6732655" y="538696"/>
                  <a:pt x="6701521" y="569830"/>
                  <a:pt x="6701521" y="613198"/>
                </a:cubicBezTo>
                <a:cubicBezTo>
                  <a:pt x="6701521" y="656564"/>
                  <a:pt x="6743775" y="687698"/>
                  <a:pt x="6776020" y="687698"/>
                </a:cubicBezTo>
                <a:cubicBezTo>
                  <a:pt x="6808267" y="687698"/>
                  <a:pt x="6834954" y="673242"/>
                  <a:pt x="6847184" y="643219"/>
                </a:cubicBezTo>
                <a:lnTo>
                  <a:pt x="6804931" y="638772"/>
                </a:lnTo>
                <a:cubicBezTo>
                  <a:pt x="6799372" y="647667"/>
                  <a:pt x="6793811" y="653227"/>
                  <a:pt x="6776020" y="653227"/>
                </a:cubicBezTo>
                <a:cubicBezTo>
                  <a:pt x="6758229" y="653227"/>
                  <a:pt x="6745999" y="639884"/>
                  <a:pt x="6743775" y="624317"/>
                </a:cubicBezTo>
                <a:lnTo>
                  <a:pt x="6849408" y="624317"/>
                </a:lnTo>
                <a:lnTo>
                  <a:pt x="6849408" y="623205"/>
                </a:lnTo>
                <a:cubicBezTo>
                  <a:pt x="6849408" y="564271"/>
                  <a:pt x="6817163" y="538696"/>
                  <a:pt x="6774909" y="538696"/>
                </a:cubicBezTo>
                <a:close/>
                <a:moveTo>
                  <a:pt x="6192254" y="538696"/>
                </a:moveTo>
                <a:cubicBezTo>
                  <a:pt x="6174463" y="538696"/>
                  <a:pt x="6161119" y="547591"/>
                  <a:pt x="6155559" y="563159"/>
                </a:cubicBezTo>
                <a:lnTo>
                  <a:pt x="6155559" y="540920"/>
                </a:lnTo>
                <a:lnTo>
                  <a:pt x="6116642" y="540920"/>
                </a:lnTo>
                <a:lnTo>
                  <a:pt x="6116642" y="683250"/>
                </a:lnTo>
                <a:lnTo>
                  <a:pt x="6156672" y="683250"/>
                </a:lnTo>
                <a:lnTo>
                  <a:pt x="6156672" y="615421"/>
                </a:lnTo>
                <a:cubicBezTo>
                  <a:pt x="6156672" y="590958"/>
                  <a:pt x="6166679" y="580951"/>
                  <a:pt x="6186693" y="580951"/>
                </a:cubicBezTo>
                <a:lnTo>
                  <a:pt x="6203373" y="580951"/>
                </a:lnTo>
                <a:cubicBezTo>
                  <a:pt x="6203373" y="580951"/>
                  <a:pt x="6203373" y="539808"/>
                  <a:pt x="6203373" y="539808"/>
                </a:cubicBezTo>
                <a:cubicBezTo>
                  <a:pt x="6200037" y="538696"/>
                  <a:pt x="6210045" y="538696"/>
                  <a:pt x="6192254" y="538696"/>
                </a:cubicBezTo>
                <a:close/>
                <a:moveTo>
                  <a:pt x="6519162" y="537584"/>
                </a:moveTo>
                <a:cubicBezTo>
                  <a:pt x="6484693" y="537584"/>
                  <a:pt x="6458006" y="555376"/>
                  <a:pt x="6458006" y="555376"/>
                </a:cubicBezTo>
                <a:lnTo>
                  <a:pt x="6473573" y="585399"/>
                </a:lnTo>
                <a:cubicBezTo>
                  <a:pt x="6483580" y="578727"/>
                  <a:pt x="6500260" y="572055"/>
                  <a:pt x="6515827" y="572055"/>
                </a:cubicBezTo>
                <a:cubicBezTo>
                  <a:pt x="6531394" y="572055"/>
                  <a:pt x="6539177" y="578727"/>
                  <a:pt x="6539177" y="588735"/>
                </a:cubicBezTo>
                <a:lnTo>
                  <a:pt x="6540290" y="589846"/>
                </a:lnTo>
                <a:cubicBezTo>
                  <a:pt x="6540290" y="595407"/>
                  <a:pt x="6536953" y="598742"/>
                  <a:pt x="6530282" y="598742"/>
                </a:cubicBezTo>
                <a:lnTo>
                  <a:pt x="6502484" y="598742"/>
                </a:lnTo>
                <a:cubicBezTo>
                  <a:pt x="6471349" y="598742"/>
                  <a:pt x="6451335" y="618758"/>
                  <a:pt x="6451335" y="642108"/>
                </a:cubicBezTo>
                <a:cubicBezTo>
                  <a:pt x="6451335" y="665459"/>
                  <a:pt x="6471349" y="686587"/>
                  <a:pt x="6501371" y="686587"/>
                </a:cubicBezTo>
                <a:cubicBezTo>
                  <a:pt x="6518051" y="686587"/>
                  <a:pt x="6533618" y="681026"/>
                  <a:pt x="6541401" y="669907"/>
                </a:cubicBezTo>
                <a:lnTo>
                  <a:pt x="6541401" y="683250"/>
                </a:lnTo>
                <a:lnTo>
                  <a:pt x="6581431" y="683250"/>
                </a:lnTo>
                <a:lnTo>
                  <a:pt x="6581431" y="589846"/>
                </a:lnTo>
                <a:cubicBezTo>
                  <a:pt x="6581431" y="552040"/>
                  <a:pt x="6553633" y="537584"/>
                  <a:pt x="6519162" y="537584"/>
                </a:cubicBezTo>
                <a:close/>
                <a:moveTo>
                  <a:pt x="6032135" y="537584"/>
                </a:moveTo>
                <a:cubicBezTo>
                  <a:pt x="5997665" y="537584"/>
                  <a:pt x="5970979" y="555376"/>
                  <a:pt x="5970979" y="555376"/>
                </a:cubicBezTo>
                <a:lnTo>
                  <a:pt x="5986546" y="585399"/>
                </a:lnTo>
                <a:cubicBezTo>
                  <a:pt x="5996553" y="578727"/>
                  <a:pt x="6013232" y="572055"/>
                  <a:pt x="6028800" y="572055"/>
                </a:cubicBezTo>
                <a:cubicBezTo>
                  <a:pt x="6044367" y="572055"/>
                  <a:pt x="6052150" y="578727"/>
                  <a:pt x="6052150" y="588735"/>
                </a:cubicBezTo>
                <a:lnTo>
                  <a:pt x="6053262" y="589846"/>
                </a:lnTo>
                <a:cubicBezTo>
                  <a:pt x="6053262" y="595407"/>
                  <a:pt x="6049926" y="598742"/>
                  <a:pt x="6043254" y="598742"/>
                </a:cubicBezTo>
                <a:lnTo>
                  <a:pt x="6015456" y="598742"/>
                </a:lnTo>
                <a:cubicBezTo>
                  <a:pt x="5984322" y="598742"/>
                  <a:pt x="5964307" y="618758"/>
                  <a:pt x="5964307" y="642108"/>
                </a:cubicBezTo>
                <a:cubicBezTo>
                  <a:pt x="5964307" y="665459"/>
                  <a:pt x="5984322" y="686587"/>
                  <a:pt x="6014344" y="686587"/>
                </a:cubicBezTo>
                <a:cubicBezTo>
                  <a:pt x="6031023" y="686587"/>
                  <a:pt x="6046591" y="681026"/>
                  <a:pt x="6054373" y="669907"/>
                </a:cubicBezTo>
                <a:lnTo>
                  <a:pt x="6054373" y="683250"/>
                </a:lnTo>
                <a:lnTo>
                  <a:pt x="6094404" y="683250"/>
                </a:lnTo>
                <a:lnTo>
                  <a:pt x="6094404" y="589846"/>
                </a:lnTo>
                <a:cubicBezTo>
                  <a:pt x="6094404" y="552040"/>
                  <a:pt x="6066605" y="537584"/>
                  <a:pt x="6032135" y="537584"/>
                </a:cubicBezTo>
                <a:close/>
                <a:moveTo>
                  <a:pt x="5380541" y="493106"/>
                </a:moveTo>
                <a:cubicBezTo>
                  <a:pt x="5367197" y="493106"/>
                  <a:pt x="5362750" y="493106"/>
                  <a:pt x="5353854" y="494218"/>
                </a:cubicBezTo>
                <a:cubicBezTo>
                  <a:pt x="5339399" y="545368"/>
                  <a:pt x="5338287" y="600966"/>
                  <a:pt x="5353854" y="654340"/>
                </a:cubicBezTo>
                <a:cubicBezTo>
                  <a:pt x="5362750" y="654340"/>
                  <a:pt x="5371645" y="656564"/>
                  <a:pt x="5380541" y="656564"/>
                </a:cubicBezTo>
                <a:cubicBezTo>
                  <a:pt x="5393884" y="656564"/>
                  <a:pt x="5406116" y="655451"/>
                  <a:pt x="5418346" y="653227"/>
                </a:cubicBezTo>
                <a:cubicBezTo>
                  <a:pt x="5401668" y="609861"/>
                  <a:pt x="5399444" y="562047"/>
                  <a:pt x="5411675" y="516457"/>
                </a:cubicBezTo>
                <a:cubicBezTo>
                  <a:pt x="5413899" y="509785"/>
                  <a:pt x="5416123" y="503114"/>
                  <a:pt x="5418346" y="496442"/>
                </a:cubicBezTo>
                <a:cubicBezTo>
                  <a:pt x="5406116" y="494218"/>
                  <a:pt x="5393884" y="493106"/>
                  <a:pt x="5380541" y="493106"/>
                </a:cubicBezTo>
                <a:close/>
                <a:moveTo>
                  <a:pt x="6618125" y="487547"/>
                </a:moveTo>
                <a:lnTo>
                  <a:pt x="6618125" y="542032"/>
                </a:lnTo>
                <a:lnTo>
                  <a:pt x="6595886" y="542032"/>
                </a:lnTo>
                <a:lnTo>
                  <a:pt x="6595886" y="576503"/>
                </a:lnTo>
                <a:lnTo>
                  <a:pt x="6618125" y="576503"/>
                </a:lnTo>
                <a:lnTo>
                  <a:pt x="6618125" y="654340"/>
                </a:lnTo>
                <a:cubicBezTo>
                  <a:pt x="6618125" y="683250"/>
                  <a:pt x="6639251" y="686587"/>
                  <a:pt x="6659266" y="686587"/>
                </a:cubicBezTo>
                <a:cubicBezTo>
                  <a:pt x="6670386" y="686587"/>
                  <a:pt x="6690401" y="684363"/>
                  <a:pt x="6690401" y="684363"/>
                </a:cubicBezTo>
                <a:lnTo>
                  <a:pt x="6690401" y="649892"/>
                </a:lnTo>
                <a:cubicBezTo>
                  <a:pt x="6690401" y="649892"/>
                  <a:pt x="6681505" y="649892"/>
                  <a:pt x="6671498" y="649892"/>
                </a:cubicBezTo>
                <a:cubicBezTo>
                  <a:pt x="6664827" y="649892"/>
                  <a:pt x="6658155" y="648780"/>
                  <a:pt x="6658155" y="639884"/>
                </a:cubicBezTo>
                <a:lnTo>
                  <a:pt x="6658155" y="575391"/>
                </a:lnTo>
                <a:lnTo>
                  <a:pt x="6689289" y="575391"/>
                </a:lnTo>
                <a:lnTo>
                  <a:pt x="6689289" y="540920"/>
                </a:lnTo>
                <a:lnTo>
                  <a:pt x="6658155" y="540920"/>
                </a:lnTo>
                <a:lnTo>
                  <a:pt x="6658155" y="487547"/>
                </a:lnTo>
                <a:close/>
                <a:moveTo>
                  <a:pt x="6261194" y="466419"/>
                </a:moveTo>
                <a:cubicBezTo>
                  <a:pt x="6246738" y="466419"/>
                  <a:pt x="6235619" y="477539"/>
                  <a:pt x="6235619" y="491994"/>
                </a:cubicBezTo>
                <a:cubicBezTo>
                  <a:pt x="6235619" y="506450"/>
                  <a:pt x="6246738" y="517570"/>
                  <a:pt x="6261194" y="517570"/>
                </a:cubicBezTo>
                <a:cubicBezTo>
                  <a:pt x="6275648" y="517570"/>
                  <a:pt x="6286768" y="505338"/>
                  <a:pt x="6286768" y="491994"/>
                </a:cubicBezTo>
                <a:cubicBezTo>
                  <a:pt x="6286768" y="478651"/>
                  <a:pt x="6275648" y="466419"/>
                  <a:pt x="6261194" y="466419"/>
                </a:cubicBezTo>
                <a:close/>
                <a:moveTo>
                  <a:pt x="5900927" y="466419"/>
                </a:moveTo>
                <a:lnTo>
                  <a:pt x="5900927" y="683250"/>
                </a:lnTo>
                <a:lnTo>
                  <a:pt x="5940957" y="683250"/>
                </a:lnTo>
                <a:lnTo>
                  <a:pt x="5940957" y="466419"/>
                </a:lnTo>
                <a:close/>
                <a:moveTo>
                  <a:pt x="5771943" y="461971"/>
                </a:moveTo>
                <a:cubicBezTo>
                  <a:pt x="5707450" y="461971"/>
                  <a:pt x="5658525" y="508674"/>
                  <a:pt x="5658525" y="574279"/>
                </a:cubicBezTo>
                <a:cubicBezTo>
                  <a:pt x="5658525" y="639884"/>
                  <a:pt x="5723017" y="686587"/>
                  <a:pt x="5771943" y="686587"/>
                </a:cubicBezTo>
                <a:cubicBezTo>
                  <a:pt x="5820868" y="686587"/>
                  <a:pt x="5866457" y="656564"/>
                  <a:pt x="5878689" y="605413"/>
                </a:cubicBezTo>
                <a:lnTo>
                  <a:pt x="5831987" y="605413"/>
                </a:lnTo>
                <a:cubicBezTo>
                  <a:pt x="5824203" y="630989"/>
                  <a:pt x="5801964" y="646557"/>
                  <a:pt x="5773054" y="646557"/>
                </a:cubicBezTo>
                <a:cubicBezTo>
                  <a:pt x="5731913" y="646557"/>
                  <a:pt x="5705227" y="615421"/>
                  <a:pt x="5705227" y="574279"/>
                </a:cubicBezTo>
                <a:cubicBezTo>
                  <a:pt x="5705227" y="533137"/>
                  <a:pt x="5731913" y="502002"/>
                  <a:pt x="5773054" y="502002"/>
                </a:cubicBezTo>
                <a:cubicBezTo>
                  <a:pt x="5800853" y="502002"/>
                  <a:pt x="5823092" y="517570"/>
                  <a:pt x="5830875" y="543145"/>
                </a:cubicBezTo>
                <a:lnTo>
                  <a:pt x="5878689" y="543145"/>
                </a:lnTo>
                <a:cubicBezTo>
                  <a:pt x="5865345" y="491994"/>
                  <a:pt x="5836435" y="461971"/>
                  <a:pt x="5771943" y="461971"/>
                </a:cubicBezTo>
                <a:close/>
                <a:moveTo>
                  <a:pt x="5449482" y="438620"/>
                </a:moveTo>
                <a:cubicBezTo>
                  <a:pt x="5436139" y="456411"/>
                  <a:pt x="5426131" y="475315"/>
                  <a:pt x="5418348" y="495330"/>
                </a:cubicBezTo>
                <a:cubicBezTo>
                  <a:pt x="5472832" y="504225"/>
                  <a:pt x="5520646" y="533137"/>
                  <a:pt x="5554004" y="574279"/>
                </a:cubicBezTo>
                <a:cubicBezTo>
                  <a:pt x="5567347" y="557599"/>
                  <a:pt x="5579578" y="538696"/>
                  <a:pt x="5587363" y="518681"/>
                </a:cubicBezTo>
                <a:cubicBezTo>
                  <a:pt x="5550668" y="480875"/>
                  <a:pt x="5502855" y="451963"/>
                  <a:pt x="5449482" y="43862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to insert dark background image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20B78D3B-131A-2427-58A3-AF9DA96AE4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5" y="2782623"/>
            <a:ext cx="9505950" cy="719138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spcBef>
                <a:spcPts val="0"/>
              </a:spcBef>
              <a:buNone/>
              <a:defRPr sz="5400" spc="-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One line title here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F32A194-6D68-B6E7-0C53-C96D4747CD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25" y="3665494"/>
            <a:ext cx="9505949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7467C30-F176-F2DD-DEC2-2B99020449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4113" y="6312625"/>
            <a:ext cx="7343775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90000"/>
              </a:lnSpc>
              <a:buNone/>
              <a:defRPr sz="16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Forename Surname  |  Month 00, 0000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828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- 1 line only - Citr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1DA8A6-7252-5533-337B-426093114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539177 w 12192000"/>
              <a:gd name="connsiteY0" fmla="*/ 622093 h 6858000"/>
              <a:gd name="connsiteX1" fmla="*/ 6539177 w 12192000"/>
              <a:gd name="connsiteY1" fmla="*/ 632101 h 6858000"/>
              <a:gd name="connsiteX2" fmla="*/ 6511379 w 12192000"/>
              <a:gd name="connsiteY2" fmla="*/ 657676 h 6858000"/>
              <a:gd name="connsiteX3" fmla="*/ 6491364 w 12192000"/>
              <a:gd name="connsiteY3" fmla="*/ 640997 h 6858000"/>
              <a:gd name="connsiteX4" fmla="*/ 6511379 w 12192000"/>
              <a:gd name="connsiteY4" fmla="*/ 625429 h 6858000"/>
              <a:gd name="connsiteX5" fmla="*/ 6526946 w 12192000"/>
              <a:gd name="connsiteY5" fmla="*/ 625429 h 6858000"/>
              <a:gd name="connsiteX6" fmla="*/ 6539177 w 12192000"/>
              <a:gd name="connsiteY6" fmla="*/ 622093 h 6858000"/>
              <a:gd name="connsiteX7" fmla="*/ 6052150 w 12192000"/>
              <a:gd name="connsiteY7" fmla="*/ 622093 h 6858000"/>
              <a:gd name="connsiteX8" fmla="*/ 6052150 w 12192000"/>
              <a:gd name="connsiteY8" fmla="*/ 632101 h 6858000"/>
              <a:gd name="connsiteX9" fmla="*/ 6024352 w 12192000"/>
              <a:gd name="connsiteY9" fmla="*/ 657676 h 6858000"/>
              <a:gd name="connsiteX10" fmla="*/ 6004337 w 12192000"/>
              <a:gd name="connsiteY10" fmla="*/ 640997 h 6858000"/>
              <a:gd name="connsiteX11" fmla="*/ 6024352 w 12192000"/>
              <a:gd name="connsiteY11" fmla="*/ 625429 h 6858000"/>
              <a:gd name="connsiteX12" fmla="*/ 6039919 w 12192000"/>
              <a:gd name="connsiteY12" fmla="*/ 625429 h 6858000"/>
              <a:gd name="connsiteX13" fmla="*/ 6052150 w 12192000"/>
              <a:gd name="connsiteY13" fmla="*/ 622093 h 6858000"/>
              <a:gd name="connsiteX14" fmla="*/ 5555115 w 12192000"/>
              <a:gd name="connsiteY14" fmla="*/ 574279 h 6858000"/>
              <a:gd name="connsiteX15" fmla="*/ 5418348 w 12192000"/>
              <a:gd name="connsiteY15" fmla="*/ 653229 h 6858000"/>
              <a:gd name="connsiteX16" fmla="*/ 5433915 w 12192000"/>
              <a:gd name="connsiteY16" fmla="*/ 687699 h 6858000"/>
              <a:gd name="connsiteX17" fmla="*/ 5449482 w 12192000"/>
              <a:gd name="connsiteY17" fmla="*/ 709938 h 6858000"/>
              <a:gd name="connsiteX18" fmla="*/ 5588473 w 12192000"/>
              <a:gd name="connsiteY18" fmla="*/ 629877 h 6858000"/>
              <a:gd name="connsiteX19" fmla="*/ 5555115 w 12192000"/>
              <a:gd name="connsiteY19" fmla="*/ 574279 h 6858000"/>
              <a:gd name="connsiteX20" fmla="*/ 6774909 w 12192000"/>
              <a:gd name="connsiteY20" fmla="*/ 570943 h 6858000"/>
              <a:gd name="connsiteX21" fmla="*/ 6806043 w 12192000"/>
              <a:gd name="connsiteY21" fmla="*/ 596518 h 6858000"/>
              <a:gd name="connsiteX22" fmla="*/ 6742662 w 12192000"/>
              <a:gd name="connsiteY22" fmla="*/ 596518 h 6858000"/>
              <a:gd name="connsiteX23" fmla="*/ 6774909 w 12192000"/>
              <a:gd name="connsiteY23" fmla="*/ 570943 h 6858000"/>
              <a:gd name="connsiteX24" fmla="*/ 6223388 w 12192000"/>
              <a:gd name="connsiteY24" fmla="*/ 540921 h 6858000"/>
              <a:gd name="connsiteX25" fmla="*/ 6223388 w 12192000"/>
              <a:gd name="connsiteY25" fmla="*/ 575391 h 6858000"/>
              <a:gd name="connsiteX26" fmla="*/ 6243403 w 12192000"/>
              <a:gd name="connsiteY26" fmla="*/ 575391 h 6858000"/>
              <a:gd name="connsiteX27" fmla="*/ 6243403 w 12192000"/>
              <a:gd name="connsiteY27" fmla="*/ 683250 h 6858000"/>
              <a:gd name="connsiteX28" fmla="*/ 6283433 w 12192000"/>
              <a:gd name="connsiteY28" fmla="*/ 683250 h 6858000"/>
              <a:gd name="connsiteX29" fmla="*/ 6283433 w 12192000"/>
              <a:gd name="connsiteY29" fmla="*/ 540921 h 6858000"/>
              <a:gd name="connsiteX30" fmla="*/ 6297888 w 12192000"/>
              <a:gd name="connsiteY30" fmla="*/ 540920 h 6858000"/>
              <a:gd name="connsiteX31" fmla="*/ 6346814 w 12192000"/>
              <a:gd name="connsiteY31" fmla="*/ 683250 h 6858000"/>
              <a:gd name="connsiteX32" fmla="*/ 6396850 w 12192000"/>
              <a:gd name="connsiteY32" fmla="*/ 683250 h 6858000"/>
              <a:gd name="connsiteX33" fmla="*/ 6447999 w 12192000"/>
              <a:gd name="connsiteY33" fmla="*/ 540920 h 6858000"/>
              <a:gd name="connsiteX34" fmla="*/ 6405746 w 12192000"/>
              <a:gd name="connsiteY34" fmla="*/ 540920 h 6858000"/>
              <a:gd name="connsiteX35" fmla="*/ 6373500 w 12192000"/>
              <a:gd name="connsiteY35" fmla="*/ 639884 h 6858000"/>
              <a:gd name="connsiteX36" fmla="*/ 6341253 w 12192000"/>
              <a:gd name="connsiteY36" fmla="*/ 540920 h 6858000"/>
              <a:gd name="connsiteX37" fmla="*/ 6774909 w 12192000"/>
              <a:gd name="connsiteY37" fmla="*/ 538696 h 6858000"/>
              <a:gd name="connsiteX38" fmla="*/ 6701521 w 12192000"/>
              <a:gd name="connsiteY38" fmla="*/ 613198 h 6858000"/>
              <a:gd name="connsiteX39" fmla="*/ 6776020 w 12192000"/>
              <a:gd name="connsiteY39" fmla="*/ 687698 h 6858000"/>
              <a:gd name="connsiteX40" fmla="*/ 6847184 w 12192000"/>
              <a:gd name="connsiteY40" fmla="*/ 643219 h 6858000"/>
              <a:gd name="connsiteX41" fmla="*/ 6804931 w 12192000"/>
              <a:gd name="connsiteY41" fmla="*/ 638772 h 6858000"/>
              <a:gd name="connsiteX42" fmla="*/ 6776020 w 12192000"/>
              <a:gd name="connsiteY42" fmla="*/ 653227 h 6858000"/>
              <a:gd name="connsiteX43" fmla="*/ 6743775 w 12192000"/>
              <a:gd name="connsiteY43" fmla="*/ 624317 h 6858000"/>
              <a:gd name="connsiteX44" fmla="*/ 6849408 w 12192000"/>
              <a:gd name="connsiteY44" fmla="*/ 624317 h 6858000"/>
              <a:gd name="connsiteX45" fmla="*/ 6849408 w 12192000"/>
              <a:gd name="connsiteY45" fmla="*/ 623205 h 6858000"/>
              <a:gd name="connsiteX46" fmla="*/ 6774909 w 12192000"/>
              <a:gd name="connsiteY46" fmla="*/ 538696 h 6858000"/>
              <a:gd name="connsiteX47" fmla="*/ 6192254 w 12192000"/>
              <a:gd name="connsiteY47" fmla="*/ 538696 h 6858000"/>
              <a:gd name="connsiteX48" fmla="*/ 6155559 w 12192000"/>
              <a:gd name="connsiteY48" fmla="*/ 563159 h 6858000"/>
              <a:gd name="connsiteX49" fmla="*/ 6155559 w 12192000"/>
              <a:gd name="connsiteY49" fmla="*/ 540920 h 6858000"/>
              <a:gd name="connsiteX50" fmla="*/ 6116642 w 12192000"/>
              <a:gd name="connsiteY50" fmla="*/ 540920 h 6858000"/>
              <a:gd name="connsiteX51" fmla="*/ 6116642 w 12192000"/>
              <a:gd name="connsiteY51" fmla="*/ 683250 h 6858000"/>
              <a:gd name="connsiteX52" fmla="*/ 6156672 w 12192000"/>
              <a:gd name="connsiteY52" fmla="*/ 683250 h 6858000"/>
              <a:gd name="connsiteX53" fmla="*/ 6156672 w 12192000"/>
              <a:gd name="connsiteY53" fmla="*/ 615421 h 6858000"/>
              <a:gd name="connsiteX54" fmla="*/ 6186693 w 12192000"/>
              <a:gd name="connsiteY54" fmla="*/ 580951 h 6858000"/>
              <a:gd name="connsiteX55" fmla="*/ 6203373 w 12192000"/>
              <a:gd name="connsiteY55" fmla="*/ 580951 h 6858000"/>
              <a:gd name="connsiteX56" fmla="*/ 6203373 w 12192000"/>
              <a:gd name="connsiteY56" fmla="*/ 539808 h 6858000"/>
              <a:gd name="connsiteX57" fmla="*/ 6192254 w 12192000"/>
              <a:gd name="connsiteY57" fmla="*/ 538696 h 6858000"/>
              <a:gd name="connsiteX58" fmla="*/ 6519162 w 12192000"/>
              <a:gd name="connsiteY58" fmla="*/ 537584 h 6858000"/>
              <a:gd name="connsiteX59" fmla="*/ 6458006 w 12192000"/>
              <a:gd name="connsiteY59" fmla="*/ 555376 h 6858000"/>
              <a:gd name="connsiteX60" fmla="*/ 6473573 w 12192000"/>
              <a:gd name="connsiteY60" fmla="*/ 585399 h 6858000"/>
              <a:gd name="connsiteX61" fmla="*/ 6515827 w 12192000"/>
              <a:gd name="connsiteY61" fmla="*/ 572055 h 6858000"/>
              <a:gd name="connsiteX62" fmla="*/ 6539177 w 12192000"/>
              <a:gd name="connsiteY62" fmla="*/ 588735 h 6858000"/>
              <a:gd name="connsiteX63" fmla="*/ 6540290 w 12192000"/>
              <a:gd name="connsiteY63" fmla="*/ 589846 h 6858000"/>
              <a:gd name="connsiteX64" fmla="*/ 6530282 w 12192000"/>
              <a:gd name="connsiteY64" fmla="*/ 598742 h 6858000"/>
              <a:gd name="connsiteX65" fmla="*/ 6502484 w 12192000"/>
              <a:gd name="connsiteY65" fmla="*/ 598742 h 6858000"/>
              <a:gd name="connsiteX66" fmla="*/ 6451335 w 12192000"/>
              <a:gd name="connsiteY66" fmla="*/ 642108 h 6858000"/>
              <a:gd name="connsiteX67" fmla="*/ 6501371 w 12192000"/>
              <a:gd name="connsiteY67" fmla="*/ 686587 h 6858000"/>
              <a:gd name="connsiteX68" fmla="*/ 6541401 w 12192000"/>
              <a:gd name="connsiteY68" fmla="*/ 669907 h 6858000"/>
              <a:gd name="connsiteX69" fmla="*/ 6541401 w 12192000"/>
              <a:gd name="connsiteY69" fmla="*/ 683250 h 6858000"/>
              <a:gd name="connsiteX70" fmla="*/ 6581431 w 12192000"/>
              <a:gd name="connsiteY70" fmla="*/ 683250 h 6858000"/>
              <a:gd name="connsiteX71" fmla="*/ 6581431 w 12192000"/>
              <a:gd name="connsiteY71" fmla="*/ 589846 h 6858000"/>
              <a:gd name="connsiteX72" fmla="*/ 6519162 w 12192000"/>
              <a:gd name="connsiteY72" fmla="*/ 537584 h 6858000"/>
              <a:gd name="connsiteX73" fmla="*/ 6032135 w 12192000"/>
              <a:gd name="connsiteY73" fmla="*/ 537584 h 6858000"/>
              <a:gd name="connsiteX74" fmla="*/ 5970979 w 12192000"/>
              <a:gd name="connsiteY74" fmla="*/ 555376 h 6858000"/>
              <a:gd name="connsiteX75" fmla="*/ 5986546 w 12192000"/>
              <a:gd name="connsiteY75" fmla="*/ 585399 h 6858000"/>
              <a:gd name="connsiteX76" fmla="*/ 6028800 w 12192000"/>
              <a:gd name="connsiteY76" fmla="*/ 572055 h 6858000"/>
              <a:gd name="connsiteX77" fmla="*/ 6052150 w 12192000"/>
              <a:gd name="connsiteY77" fmla="*/ 588735 h 6858000"/>
              <a:gd name="connsiteX78" fmla="*/ 6053262 w 12192000"/>
              <a:gd name="connsiteY78" fmla="*/ 589846 h 6858000"/>
              <a:gd name="connsiteX79" fmla="*/ 6043254 w 12192000"/>
              <a:gd name="connsiteY79" fmla="*/ 598742 h 6858000"/>
              <a:gd name="connsiteX80" fmla="*/ 6015456 w 12192000"/>
              <a:gd name="connsiteY80" fmla="*/ 598742 h 6858000"/>
              <a:gd name="connsiteX81" fmla="*/ 5964307 w 12192000"/>
              <a:gd name="connsiteY81" fmla="*/ 642108 h 6858000"/>
              <a:gd name="connsiteX82" fmla="*/ 6014344 w 12192000"/>
              <a:gd name="connsiteY82" fmla="*/ 686587 h 6858000"/>
              <a:gd name="connsiteX83" fmla="*/ 6054373 w 12192000"/>
              <a:gd name="connsiteY83" fmla="*/ 669907 h 6858000"/>
              <a:gd name="connsiteX84" fmla="*/ 6054373 w 12192000"/>
              <a:gd name="connsiteY84" fmla="*/ 683250 h 6858000"/>
              <a:gd name="connsiteX85" fmla="*/ 6094404 w 12192000"/>
              <a:gd name="connsiteY85" fmla="*/ 683250 h 6858000"/>
              <a:gd name="connsiteX86" fmla="*/ 6094404 w 12192000"/>
              <a:gd name="connsiteY86" fmla="*/ 589846 h 6858000"/>
              <a:gd name="connsiteX87" fmla="*/ 6032135 w 12192000"/>
              <a:gd name="connsiteY87" fmla="*/ 537584 h 6858000"/>
              <a:gd name="connsiteX88" fmla="*/ 5380541 w 12192000"/>
              <a:gd name="connsiteY88" fmla="*/ 493106 h 6858000"/>
              <a:gd name="connsiteX89" fmla="*/ 5353854 w 12192000"/>
              <a:gd name="connsiteY89" fmla="*/ 494218 h 6858000"/>
              <a:gd name="connsiteX90" fmla="*/ 5353854 w 12192000"/>
              <a:gd name="connsiteY90" fmla="*/ 654340 h 6858000"/>
              <a:gd name="connsiteX91" fmla="*/ 5380541 w 12192000"/>
              <a:gd name="connsiteY91" fmla="*/ 656564 h 6858000"/>
              <a:gd name="connsiteX92" fmla="*/ 5418346 w 12192000"/>
              <a:gd name="connsiteY92" fmla="*/ 653227 h 6858000"/>
              <a:gd name="connsiteX93" fmla="*/ 5411675 w 12192000"/>
              <a:gd name="connsiteY93" fmla="*/ 516457 h 6858000"/>
              <a:gd name="connsiteX94" fmla="*/ 5418346 w 12192000"/>
              <a:gd name="connsiteY94" fmla="*/ 496442 h 6858000"/>
              <a:gd name="connsiteX95" fmla="*/ 5380541 w 12192000"/>
              <a:gd name="connsiteY95" fmla="*/ 493106 h 6858000"/>
              <a:gd name="connsiteX96" fmla="*/ 6618125 w 12192000"/>
              <a:gd name="connsiteY96" fmla="*/ 487547 h 6858000"/>
              <a:gd name="connsiteX97" fmla="*/ 6618125 w 12192000"/>
              <a:gd name="connsiteY97" fmla="*/ 542032 h 6858000"/>
              <a:gd name="connsiteX98" fmla="*/ 6595886 w 12192000"/>
              <a:gd name="connsiteY98" fmla="*/ 542032 h 6858000"/>
              <a:gd name="connsiteX99" fmla="*/ 6595886 w 12192000"/>
              <a:gd name="connsiteY99" fmla="*/ 576503 h 6858000"/>
              <a:gd name="connsiteX100" fmla="*/ 6618125 w 12192000"/>
              <a:gd name="connsiteY100" fmla="*/ 576503 h 6858000"/>
              <a:gd name="connsiteX101" fmla="*/ 6618125 w 12192000"/>
              <a:gd name="connsiteY101" fmla="*/ 654340 h 6858000"/>
              <a:gd name="connsiteX102" fmla="*/ 6659266 w 12192000"/>
              <a:gd name="connsiteY102" fmla="*/ 686587 h 6858000"/>
              <a:gd name="connsiteX103" fmla="*/ 6690401 w 12192000"/>
              <a:gd name="connsiteY103" fmla="*/ 684363 h 6858000"/>
              <a:gd name="connsiteX104" fmla="*/ 6690401 w 12192000"/>
              <a:gd name="connsiteY104" fmla="*/ 649892 h 6858000"/>
              <a:gd name="connsiteX105" fmla="*/ 6671498 w 12192000"/>
              <a:gd name="connsiteY105" fmla="*/ 649892 h 6858000"/>
              <a:gd name="connsiteX106" fmla="*/ 6658155 w 12192000"/>
              <a:gd name="connsiteY106" fmla="*/ 639884 h 6858000"/>
              <a:gd name="connsiteX107" fmla="*/ 6658155 w 12192000"/>
              <a:gd name="connsiteY107" fmla="*/ 575391 h 6858000"/>
              <a:gd name="connsiteX108" fmla="*/ 6689289 w 12192000"/>
              <a:gd name="connsiteY108" fmla="*/ 575391 h 6858000"/>
              <a:gd name="connsiteX109" fmla="*/ 6689289 w 12192000"/>
              <a:gd name="connsiteY109" fmla="*/ 540920 h 6858000"/>
              <a:gd name="connsiteX110" fmla="*/ 6658155 w 12192000"/>
              <a:gd name="connsiteY110" fmla="*/ 540920 h 6858000"/>
              <a:gd name="connsiteX111" fmla="*/ 6658155 w 12192000"/>
              <a:gd name="connsiteY111" fmla="*/ 487547 h 6858000"/>
              <a:gd name="connsiteX112" fmla="*/ 6261194 w 12192000"/>
              <a:gd name="connsiteY112" fmla="*/ 466419 h 6858000"/>
              <a:gd name="connsiteX113" fmla="*/ 6235619 w 12192000"/>
              <a:gd name="connsiteY113" fmla="*/ 491994 h 6858000"/>
              <a:gd name="connsiteX114" fmla="*/ 6261194 w 12192000"/>
              <a:gd name="connsiteY114" fmla="*/ 517570 h 6858000"/>
              <a:gd name="connsiteX115" fmla="*/ 6286768 w 12192000"/>
              <a:gd name="connsiteY115" fmla="*/ 491994 h 6858000"/>
              <a:gd name="connsiteX116" fmla="*/ 6261194 w 12192000"/>
              <a:gd name="connsiteY116" fmla="*/ 466419 h 6858000"/>
              <a:gd name="connsiteX117" fmla="*/ 5900927 w 12192000"/>
              <a:gd name="connsiteY117" fmla="*/ 466419 h 6858000"/>
              <a:gd name="connsiteX118" fmla="*/ 5900927 w 12192000"/>
              <a:gd name="connsiteY118" fmla="*/ 683250 h 6858000"/>
              <a:gd name="connsiteX119" fmla="*/ 5940957 w 12192000"/>
              <a:gd name="connsiteY119" fmla="*/ 683250 h 6858000"/>
              <a:gd name="connsiteX120" fmla="*/ 5940957 w 12192000"/>
              <a:gd name="connsiteY120" fmla="*/ 466419 h 6858000"/>
              <a:gd name="connsiteX121" fmla="*/ 5771943 w 12192000"/>
              <a:gd name="connsiteY121" fmla="*/ 461971 h 6858000"/>
              <a:gd name="connsiteX122" fmla="*/ 5658525 w 12192000"/>
              <a:gd name="connsiteY122" fmla="*/ 574279 h 6858000"/>
              <a:gd name="connsiteX123" fmla="*/ 5771943 w 12192000"/>
              <a:gd name="connsiteY123" fmla="*/ 686587 h 6858000"/>
              <a:gd name="connsiteX124" fmla="*/ 5878689 w 12192000"/>
              <a:gd name="connsiteY124" fmla="*/ 605413 h 6858000"/>
              <a:gd name="connsiteX125" fmla="*/ 5831987 w 12192000"/>
              <a:gd name="connsiteY125" fmla="*/ 605413 h 6858000"/>
              <a:gd name="connsiteX126" fmla="*/ 5773054 w 12192000"/>
              <a:gd name="connsiteY126" fmla="*/ 646557 h 6858000"/>
              <a:gd name="connsiteX127" fmla="*/ 5705227 w 12192000"/>
              <a:gd name="connsiteY127" fmla="*/ 574279 h 6858000"/>
              <a:gd name="connsiteX128" fmla="*/ 5773054 w 12192000"/>
              <a:gd name="connsiteY128" fmla="*/ 502002 h 6858000"/>
              <a:gd name="connsiteX129" fmla="*/ 5830875 w 12192000"/>
              <a:gd name="connsiteY129" fmla="*/ 543145 h 6858000"/>
              <a:gd name="connsiteX130" fmla="*/ 5878689 w 12192000"/>
              <a:gd name="connsiteY130" fmla="*/ 543145 h 6858000"/>
              <a:gd name="connsiteX131" fmla="*/ 5771943 w 12192000"/>
              <a:gd name="connsiteY131" fmla="*/ 461971 h 6858000"/>
              <a:gd name="connsiteX132" fmla="*/ 5449482 w 12192000"/>
              <a:gd name="connsiteY132" fmla="*/ 438620 h 6858000"/>
              <a:gd name="connsiteX133" fmla="*/ 5418348 w 12192000"/>
              <a:gd name="connsiteY133" fmla="*/ 495330 h 6858000"/>
              <a:gd name="connsiteX134" fmla="*/ 5554004 w 12192000"/>
              <a:gd name="connsiteY134" fmla="*/ 574279 h 6858000"/>
              <a:gd name="connsiteX135" fmla="*/ 5587363 w 12192000"/>
              <a:gd name="connsiteY135" fmla="*/ 518681 h 6858000"/>
              <a:gd name="connsiteX136" fmla="*/ 5449482 w 12192000"/>
              <a:gd name="connsiteY136" fmla="*/ 438620 h 6858000"/>
              <a:gd name="connsiteX137" fmla="*/ 0 w 12192000"/>
              <a:gd name="connsiteY137" fmla="*/ 0 h 6858000"/>
              <a:gd name="connsiteX138" fmla="*/ 12192000 w 12192000"/>
              <a:gd name="connsiteY138" fmla="*/ 0 h 6858000"/>
              <a:gd name="connsiteX139" fmla="*/ 12192000 w 12192000"/>
              <a:gd name="connsiteY139" fmla="*/ 6858000 h 6858000"/>
              <a:gd name="connsiteX140" fmla="*/ 0 w 12192000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2192000" h="6858000">
                <a:moveTo>
                  <a:pt x="6539177" y="622093"/>
                </a:moveTo>
                <a:lnTo>
                  <a:pt x="6539177" y="632101"/>
                </a:lnTo>
                <a:cubicBezTo>
                  <a:pt x="6539177" y="649892"/>
                  <a:pt x="6523610" y="657676"/>
                  <a:pt x="6511379" y="657676"/>
                </a:cubicBezTo>
                <a:cubicBezTo>
                  <a:pt x="6499147" y="657676"/>
                  <a:pt x="6491364" y="651005"/>
                  <a:pt x="6491364" y="640997"/>
                </a:cubicBezTo>
                <a:cubicBezTo>
                  <a:pt x="6491364" y="630989"/>
                  <a:pt x="6499147" y="625429"/>
                  <a:pt x="6511379" y="625429"/>
                </a:cubicBezTo>
                <a:lnTo>
                  <a:pt x="6526946" y="625429"/>
                </a:lnTo>
                <a:cubicBezTo>
                  <a:pt x="6532505" y="625429"/>
                  <a:pt x="6536953" y="624317"/>
                  <a:pt x="6539177" y="622093"/>
                </a:cubicBezTo>
                <a:close/>
                <a:moveTo>
                  <a:pt x="6052150" y="622093"/>
                </a:moveTo>
                <a:lnTo>
                  <a:pt x="6052150" y="632101"/>
                </a:lnTo>
                <a:cubicBezTo>
                  <a:pt x="6052150" y="649892"/>
                  <a:pt x="6036582" y="657676"/>
                  <a:pt x="6024352" y="657676"/>
                </a:cubicBezTo>
                <a:cubicBezTo>
                  <a:pt x="6012120" y="657676"/>
                  <a:pt x="6004337" y="651005"/>
                  <a:pt x="6004337" y="640997"/>
                </a:cubicBezTo>
                <a:cubicBezTo>
                  <a:pt x="6004337" y="630989"/>
                  <a:pt x="6012120" y="625429"/>
                  <a:pt x="6024352" y="625429"/>
                </a:cubicBezTo>
                <a:lnTo>
                  <a:pt x="6039919" y="625429"/>
                </a:lnTo>
                <a:cubicBezTo>
                  <a:pt x="6045478" y="625429"/>
                  <a:pt x="6049926" y="624317"/>
                  <a:pt x="6052150" y="622093"/>
                </a:cubicBezTo>
                <a:close/>
                <a:moveTo>
                  <a:pt x="5555115" y="574279"/>
                </a:moveTo>
                <a:cubicBezTo>
                  <a:pt x="5520646" y="615421"/>
                  <a:pt x="5472832" y="644332"/>
                  <a:pt x="5418348" y="653229"/>
                </a:cubicBezTo>
                <a:cubicBezTo>
                  <a:pt x="5422796" y="664348"/>
                  <a:pt x="5428354" y="676579"/>
                  <a:pt x="5433915" y="687699"/>
                </a:cubicBezTo>
                <a:cubicBezTo>
                  <a:pt x="5438363" y="695482"/>
                  <a:pt x="5443922" y="703266"/>
                  <a:pt x="5449482" y="709938"/>
                </a:cubicBezTo>
                <a:cubicBezTo>
                  <a:pt x="5502855" y="696595"/>
                  <a:pt x="5550668" y="668796"/>
                  <a:pt x="5588473" y="629877"/>
                </a:cubicBezTo>
                <a:cubicBezTo>
                  <a:pt x="5579578" y="609861"/>
                  <a:pt x="5568459" y="590959"/>
                  <a:pt x="5555115" y="574279"/>
                </a:cubicBezTo>
                <a:close/>
                <a:moveTo>
                  <a:pt x="6774909" y="570943"/>
                </a:moveTo>
                <a:cubicBezTo>
                  <a:pt x="6791587" y="570943"/>
                  <a:pt x="6803819" y="582062"/>
                  <a:pt x="6806043" y="596518"/>
                </a:cubicBezTo>
                <a:lnTo>
                  <a:pt x="6742662" y="596518"/>
                </a:lnTo>
                <a:cubicBezTo>
                  <a:pt x="6745999" y="580951"/>
                  <a:pt x="6758229" y="570943"/>
                  <a:pt x="6774909" y="570943"/>
                </a:cubicBezTo>
                <a:close/>
                <a:moveTo>
                  <a:pt x="6223388" y="540921"/>
                </a:moveTo>
                <a:lnTo>
                  <a:pt x="6223388" y="575391"/>
                </a:lnTo>
                <a:lnTo>
                  <a:pt x="6243403" y="575391"/>
                </a:lnTo>
                <a:lnTo>
                  <a:pt x="6243403" y="683250"/>
                </a:lnTo>
                <a:lnTo>
                  <a:pt x="6283433" y="683250"/>
                </a:lnTo>
                <a:lnTo>
                  <a:pt x="6283433" y="540921"/>
                </a:lnTo>
                <a:close/>
                <a:moveTo>
                  <a:pt x="6297888" y="540920"/>
                </a:moveTo>
                <a:lnTo>
                  <a:pt x="6346814" y="683250"/>
                </a:lnTo>
                <a:lnTo>
                  <a:pt x="6396850" y="683250"/>
                </a:lnTo>
                <a:lnTo>
                  <a:pt x="6447999" y="540920"/>
                </a:lnTo>
                <a:lnTo>
                  <a:pt x="6405746" y="540920"/>
                </a:lnTo>
                <a:lnTo>
                  <a:pt x="6373500" y="639884"/>
                </a:lnTo>
                <a:lnTo>
                  <a:pt x="6341253" y="540920"/>
                </a:lnTo>
                <a:close/>
                <a:moveTo>
                  <a:pt x="6774909" y="538696"/>
                </a:moveTo>
                <a:cubicBezTo>
                  <a:pt x="6732655" y="538696"/>
                  <a:pt x="6701521" y="569830"/>
                  <a:pt x="6701521" y="613198"/>
                </a:cubicBezTo>
                <a:cubicBezTo>
                  <a:pt x="6701521" y="656564"/>
                  <a:pt x="6743775" y="687698"/>
                  <a:pt x="6776020" y="687698"/>
                </a:cubicBezTo>
                <a:cubicBezTo>
                  <a:pt x="6808267" y="687698"/>
                  <a:pt x="6834954" y="673242"/>
                  <a:pt x="6847184" y="643219"/>
                </a:cubicBezTo>
                <a:lnTo>
                  <a:pt x="6804931" y="638772"/>
                </a:lnTo>
                <a:cubicBezTo>
                  <a:pt x="6799372" y="647667"/>
                  <a:pt x="6793811" y="653227"/>
                  <a:pt x="6776020" y="653227"/>
                </a:cubicBezTo>
                <a:cubicBezTo>
                  <a:pt x="6758229" y="653227"/>
                  <a:pt x="6745999" y="639884"/>
                  <a:pt x="6743775" y="624317"/>
                </a:cubicBezTo>
                <a:lnTo>
                  <a:pt x="6849408" y="624317"/>
                </a:lnTo>
                <a:lnTo>
                  <a:pt x="6849408" y="623205"/>
                </a:lnTo>
                <a:cubicBezTo>
                  <a:pt x="6849408" y="564271"/>
                  <a:pt x="6817163" y="538696"/>
                  <a:pt x="6774909" y="538696"/>
                </a:cubicBezTo>
                <a:close/>
                <a:moveTo>
                  <a:pt x="6192254" y="538696"/>
                </a:moveTo>
                <a:cubicBezTo>
                  <a:pt x="6174463" y="538696"/>
                  <a:pt x="6161119" y="547591"/>
                  <a:pt x="6155559" y="563159"/>
                </a:cubicBezTo>
                <a:lnTo>
                  <a:pt x="6155559" y="540920"/>
                </a:lnTo>
                <a:lnTo>
                  <a:pt x="6116642" y="540920"/>
                </a:lnTo>
                <a:lnTo>
                  <a:pt x="6116642" y="683250"/>
                </a:lnTo>
                <a:lnTo>
                  <a:pt x="6156672" y="683250"/>
                </a:lnTo>
                <a:lnTo>
                  <a:pt x="6156672" y="615421"/>
                </a:lnTo>
                <a:cubicBezTo>
                  <a:pt x="6156672" y="590958"/>
                  <a:pt x="6166679" y="580951"/>
                  <a:pt x="6186693" y="580951"/>
                </a:cubicBezTo>
                <a:lnTo>
                  <a:pt x="6203373" y="580951"/>
                </a:lnTo>
                <a:cubicBezTo>
                  <a:pt x="6203373" y="580951"/>
                  <a:pt x="6203373" y="539808"/>
                  <a:pt x="6203373" y="539808"/>
                </a:cubicBezTo>
                <a:cubicBezTo>
                  <a:pt x="6200037" y="538696"/>
                  <a:pt x="6210045" y="538696"/>
                  <a:pt x="6192254" y="538696"/>
                </a:cubicBezTo>
                <a:close/>
                <a:moveTo>
                  <a:pt x="6519162" y="537584"/>
                </a:moveTo>
                <a:cubicBezTo>
                  <a:pt x="6484693" y="537584"/>
                  <a:pt x="6458006" y="555376"/>
                  <a:pt x="6458006" y="555376"/>
                </a:cubicBezTo>
                <a:lnTo>
                  <a:pt x="6473573" y="585399"/>
                </a:lnTo>
                <a:cubicBezTo>
                  <a:pt x="6483580" y="578727"/>
                  <a:pt x="6500260" y="572055"/>
                  <a:pt x="6515827" y="572055"/>
                </a:cubicBezTo>
                <a:cubicBezTo>
                  <a:pt x="6531394" y="572055"/>
                  <a:pt x="6539177" y="578727"/>
                  <a:pt x="6539177" y="588735"/>
                </a:cubicBezTo>
                <a:lnTo>
                  <a:pt x="6540290" y="589846"/>
                </a:lnTo>
                <a:cubicBezTo>
                  <a:pt x="6540290" y="595407"/>
                  <a:pt x="6536953" y="598742"/>
                  <a:pt x="6530282" y="598742"/>
                </a:cubicBezTo>
                <a:lnTo>
                  <a:pt x="6502484" y="598742"/>
                </a:lnTo>
                <a:cubicBezTo>
                  <a:pt x="6471349" y="598742"/>
                  <a:pt x="6451335" y="618758"/>
                  <a:pt x="6451335" y="642108"/>
                </a:cubicBezTo>
                <a:cubicBezTo>
                  <a:pt x="6451335" y="665459"/>
                  <a:pt x="6471349" y="686587"/>
                  <a:pt x="6501371" y="686587"/>
                </a:cubicBezTo>
                <a:cubicBezTo>
                  <a:pt x="6518051" y="686587"/>
                  <a:pt x="6533618" y="681026"/>
                  <a:pt x="6541401" y="669907"/>
                </a:cubicBezTo>
                <a:lnTo>
                  <a:pt x="6541401" y="683250"/>
                </a:lnTo>
                <a:lnTo>
                  <a:pt x="6581431" y="683250"/>
                </a:lnTo>
                <a:lnTo>
                  <a:pt x="6581431" y="589846"/>
                </a:lnTo>
                <a:cubicBezTo>
                  <a:pt x="6581431" y="552040"/>
                  <a:pt x="6553633" y="537584"/>
                  <a:pt x="6519162" y="537584"/>
                </a:cubicBezTo>
                <a:close/>
                <a:moveTo>
                  <a:pt x="6032135" y="537584"/>
                </a:moveTo>
                <a:cubicBezTo>
                  <a:pt x="5997665" y="537584"/>
                  <a:pt x="5970979" y="555376"/>
                  <a:pt x="5970979" y="555376"/>
                </a:cubicBezTo>
                <a:lnTo>
                  <a:pt x="5986546" y="585399"/>
                </a:lnTo>
                <a:cubicBezTo>
                  <a:pt x="5996553" y="578727"/>
                  <a:pt x="6013232" y="572055"/>
                  <a:pt x="6028800" y="572055"/>
                </a:cubicBezTo>
                <a:cubicBezTo>
                  <a:pt x="6044367" y="572055"/>
                  <a:pt x="6052150" y="578727"/>
                  <a:pt x="6052150" y="588735"/>
                </a:cubicBezTo>
                <a:lnTo>
                  <a:pt x="6053262" y="589846"/>
                </a:lnTo>
                <a:cubicBezTo>
                  <a:pt x="6053262" y="595407"/>
                  <a:pt x="6049926" y="598742"/>
                  <a:pt x="6043254" y="598742"/>
                </a:cubicBezTo>
                <a:lnTo>
                  <a:pt x="6015456" y="598742"/>
                </a:lnTo>
                <a:cubicBezTo>
                  <a:pt x="5984322" y="598742"/>
                  <a:pt x="5964307" y="618758"/>
                  <a:pt x="5964307" y="642108"/>
                </a:cubicBezTo>
                <a:cubicBezTo>
                  <a:pt x="5964307" y="665459"/>
                  <a:pt x="5984322" y="686587"/>
                  <a:pt x="6014344" y="686587"/>
                </a:cubicBezTo>
                <a:cubicBezTo>
                  <a:pt x="6031023" y="686587"/>
                  <a:pt x="6046591" y="681026"/>
                  <a:pt x="6054373" y="669907"/>
                </a:cubicBezTo>
                <a:lnTo>
                  <a:pt x="6054373" y="683250"/>
                </a:lnTo>
                <a:lnTo>
                  <a:pt x="6094404" y="683250"/>
                </a:lnTo>
                <a:lnTo>
                  <a:pt x="6094404" y="589846"/>
                </a:lnTo>
                <a:cubicBezTo>
                  <a:pt x="6094404" y="552040"/>
                  <a:pt x="6066605" y="537584"/>
                  <a:pt x="6032135" y="537584"/>
                </a:cubicBezTo>
                <a:close/>
                <a:moveTo>
                  <a:pt x="5380541" y="493106"/>
                </a:moveTo>
                <a:cubicBezTo>
                  <a:pt x="5367197" y="493106"/>
                  <a:pt x="5362750" y="493106"/>
                  <a:pt x="5353854" y="494218"/>
                </a:cubicBezTo>
                <a:cubicBezTo>
                  <a:pt x="5339399" y="545368"/>
                  <a:pt x="5338287" y="600966"/>
                  <a:pt x="5353854" y="654340"/>
                </a:cubicBezTo>
                <a:cubicBezTo>
                  <a:pt x="5362750" y="654340"/>
                  <a:pt x="5371645" y="656564"/>
                  <a:pt x="5380541" y="656564"/>
                </a:cubicBezTo>
                <a:cubicBezTo>
                  <a:pt x="5393884" y="656564"/>
                  <a:pt x="5406116" y="655451"/>
                  <a:pt x="5418346" y="653227"/>
                </a:cubicBezTo>
                <a:cubicBezTo>
                  <a:pt x="5401668" y="609861"/>
                  <a:pt x="5399444" y="562047"/>
                  <a:pt x="5411675" y="516457"/>
                </a:cubicBezTo>
                <a:cubicBezTo>
                  <a:pt x="5413899" y="509785"/>
                  <a:pt x="5416123" y="503114"/>
                  <a:pt x="5418346" y="496442"/>
                </a:cubicBezTo>
                <a:cubicBezTo>
                  <a:pt x="5406116" y="494218"/>
                  <a:pt x="5393884" y="493106"/>
                  <a:pt x="5380541" y="493106"/>
                </a:cubicBezTo>
                <a:close/>
                <a:moveTo>
                  <a:pt x="6618125" y="487547"/>
                </a:moveTo>
                <a:lnTo>
                  <a:pt x="6618125" y="542032"/>
                </a:lnTo>
                <a:lnTo>
                  <a:pt x="6595886" y="542032"/>
                </a:lnTo>
                <a:lnTo>
                  <a:pt x="6595886" y="576503"/>
                </a:lnTo>
                <a:lnTo>
                  <a:pt x="6618125" y="576503"/>
                </a:lnTo>
                <a:lnTo>
                  <a:pt x="6618125" y="654340"/>
                </a:lnTo>
                <a:cubicBezTo>
                  <a:pt x="6618125" y="683250"/>
                  <a:pt x="6639251" y="686587"/>
                  <a:pt x="6659266" y="686587"/>
                </a:cubicBezTo>
                <a:cubicBezTo>
                  <a:pt x="6670386" y="686587"/>
                  <a:pt x="6690401" y="684363"/>
                  <a:pt x="6690401" y="684363"/>
                </a:cubicBezTo>
                <a:lnTo>
                  <a:pt x="6690401" y="649892"/>
                </a:lnTo>
                <a:cubicBezTo>
                  <a:pt x="6690401" y="649892"/>
                  <a:pt x="6681505" y="649892"/>
                  <a:pt x="6671498" y="649892"/>
                </a:cubicBezTo>
                <a:cubicBezTo>
                  <a:pt x="6664827" y="649892"/>
                  <a:pt x="6658155" y="648780"/>
                  <a:pt x="6658155" y="639884"/>
                </a:cubicBezTo>
                <a:lnTo>
                  <a:pt x="6658155" y="575391"/>
                </a:lnTo>
                <a:lnTo>
                  <a:pt x="6689289" y="575391"/>
                </a:lnTo>
                <a:lnTo>
                  <a:pt x="6689289" y="540920"/>
                </a:lnTo>
                <a:lnTo>
                  <a:pt x="6658155" y="540920"/>
                </a:lnTo>
                <a:lnTo>
                  <a:pt x="6658155" y="487547"/>
                </a:lnTo>
                <a:close/>
                <a:moveTo>
                  <a:pt x="6261194" y="466419"/>
                </a:moveTo>
                <a:cubicBezTo>
                  <a:pt x="6246738" y="466419"/>
                  <a:pt x="6235619" y="477539"/>
                  <a:pt x="6235619" y="491994"/>
                </a:cubicBezTo>
                <a:cubicBezTo>
                  <a:pt x="6235619" y="506450"/>
                  <a:pt x="6246738" y="517570"/>
                  <a:pt x="6261194" y="517570"/>
                </a:cubicBezTo>
                <a:cubicBezTo>
                  <a:pt x="6275648" y="517570"/>
                  <a:pt x="6286768" y="505338"/>
                  <a:pt x="6286768" y="491994"/>
                </a:cubicBezTo>
                <a:cubicBezTo>
                  <a:pt x="6286768" y="478651"/>
                  <a:pt x="6275648" y="466419"/>
                  <a:pt x="6261194" y="466419"/>
                </a:cubicBezTo>
                <a:close/>
                <a:moveTo>
                  <a:pt x="5900927" y="466419"/>
                </a:moveTo>
                <a:lnTo>
                  <a:pt x="5900927" y="683250"/>
                </a:lnTo>
                <a:lnTo>
                  <a:pt x="5940957" y="683250"/>
                </a:lnTo>
                <a:lnTo>
                  <a:pt x="5940957" y="466419"/>
                </a:lnTo>
                <a:close/>
                <a:moveTo>
                  <a:pt x="5771943" y="461971"/>
                </a:moveTo>
                <a:cubicBezTo>
                  <a:pt x="5707450" y="461971"/>
                  <a:pt x="5658525" y="508674"/>
                  <a:pt x="5658525" y="574279"/>
                </a:cubicBezTo>
                <a:cubicBezTo>
                  <a:pt x="5658525" y="639884"/>
                  <a:pt x="5723017" y="686587"/>
                  <a:pt x="5771943" y="686587"/>
                </a:cubicBezTo>
                <a:cubicBezTo>
                  <a:pt x="5820868" y="686587"/>
                  <a:pt x="5866457" y="656564"/>
                  <a:pt x="5878689" y="605413"/>
                </a:cubicBezTo>
                <a:lnTo>
                  <a:pt x="5831987" y="605413"/>
                </a:lnTo>
                <a:cubicBezTo>
                  <a:pt x="5824203" y="630989"/>
                  <a:pt x="5801964" y="646557"/>
                  <a:pt x="5773054" y="646557"/>
                </a:cubicBezTo>
                <a:cubicBezTo>
                  <a:pt x="5731913" y="646557"/>
                  <a:pt x="5705227" y="615421"/>
                  <a:pt x="5705227" y="574279"/>
                </a:cubicBezTo>
                <a:cubicBezTo>
                  <a:pt x="5705227" y="533137"/>
                  <a:pt x="5731913" y="502002"/>
                  <a:pt x="5773054" y="502002"/>
                </a:cubicBezTo>
                <a:cubicBezTo>
                  <a:pt x="5800853" y="502002"/>
                  <a:pt x="5823092" y="517570"/>
                  <a:pt x="5830875" y="543145"/>
                </a:cubicBezTo>
                <a:lnTo>
                  <a:pt x="5878689" y="543145"/>
                </a:lnTo>
                <a:cubicBezTo>
                  <a:pt x="5865345" y="491994"/>
                  <a:pt x="5836435" y="461971"/>
                  <a:pt x="5771943" y="461971"/>
                </a:cubicBezTo>
                <a:close/>
                <a:moveTo>
                  <a:pt x="5449482" y="438620"/>
                </a:moveTo>
                <a:cubicBezTo>
                  <a:pt x="5436139" y="456411"/>
                  <a:pt x="5426131" y="475315"/>
                  <a:pt x="5418348" y="495330"/>
                </a:cubicBezTo>
                <a:cubicBezTo>
                  <a:pt x="5472832" y="504225"/>
                  <a:pt x="5520646" y="533137"/>
                  <a:pt x="5554004" y="574279"/>
                </a:cubicBezTo>
                <a:cubicBezTo>
                  <a:pt x="5567347" y="557599"/>
                  <a:pt x="5579578" y="538696"/>
                  <a:pt x="5587363" y="518681"/>
                </a:cubicBezTo>
                <a:cubicBezTo>
                  <a:pt x="5550668" y="480875"/>
                  <a:pt x="5502855" y="451963"/>
                  <a:pt x="5449482" y="43862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to insert dark background image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20B78D3B-131A-2427-58A3-AF9DA96AE4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5" y="2782623"/>
            <a:ext cx="9505950" cy="719138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spcBef>
                <a:spcPts val="0"/>
              </a:spcBef>
              <a:buNone/>
              <a:defRPr sz="5400" spc="-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One line title here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F32A194-6D68-B6E7-0C53-C96D4747CD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25" y="3665494"/>
            <a:ext cx="9505949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7467C30-F176-F2DD-DEC2-2B99020449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4113" y="6312625"/>
            <a:ext cx="7343775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90000"/>
              </a:lnSpc>
              <a:buNone/>
              <a:defRPr sz="16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Forename Surname  |  Month 00, 0000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76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- 2 or 3 lines - M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08E6C9E-0A6F-AA6F-AFC6-7D44CF874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539177 w 12192000"/>
              <a:gd name="connsiteY0" fmla="*/ 622093 h 6858000"/>
              <a:gd name="connsiteX1" fmla="*/ 6539177 w 12192000"/>
              <a:gd name="connsiteY1" fmla="*/ 632101 h 6858000"/>
              <a:gd name="connsiteX2" fmla="*/ 6511379 w 12192000"/>
              <a:gd name="connsiteY2" fmla="*/ 657676 h 6858000"/>
              <a:gd name="connsiteX3" fmla="*/ 6491364 w 12192000"/>
              <a:gd name="connsiteY3" fmla="*/ 640997 h 6858000"/>
              <a:gd name="connsiteX4" fmla="*/ 6511379 w 12192000"/>
              <a:gd name="connsiteY4" fmla="*/ 625429 h 6858000"/>
              <a:gd name="connsiteX5" fmla="*/ 6526946 w 12192000"/>
              <a:gd name="connsiteY5" fmla="*/ 625429 h 6858000"/>
              <a:gd name="connsiteX6" fmla="*/ 6539177 w 12192000"/>
              <a:gd name="connsiteY6" fmla="*/ 622093 h 6858000"/>
              <a:gd name="connsiteX7" fmla="*/ 6052150 w 12192000"/>
              <a:gd name="connsiteY7" fmla="*/ 622093 h 6858000"/>
              <a:gd name="connsiteX8" fmla="*/ 6052150 w 12192000"/>
              <a:gd name="connsiteY8" fmla="*/ 632101 h 6858000"/>
              <a:gd name="connsiteX9" fmla="*/ 6024352 w 12192000"/>
              <a:gd name="connsiteY9" fmla="*/ 657676 h 6858000"/>
              <a:gd name="connsiteX10" fmla="*/ 6004337 w 12192000"/>
              <a:gd name="connsiteY10" fmla="*/ 640997 h 6858000"/>
              <a:gd name="connsiteX11" fmla="*/ 6024352 w 12192000"/>
              <a:gd name="connsiteY11" fmla="*/ 625429 h 6858000"/>
              <a:gd name="connsiteX12" fmla="*/ 6039919 w 12192000"/>
              <a:gd name="connsiteY12" fmla="*/ 625429 h 6858000"/>
              <a:gd name="connsiteX13" fmla="*/ 6052150 w 12192000"/>
              <a:gd name="connsiteY13" fmla="*/ 622093 h 6858000"/>
              <a:gd name="connsiteX14" fmla="*/ 5555115 w 12192000"/>
              <a:gd name="connsiteY14" fmla="*/ 574279 h 6858000"/>
              <a:gd name="connsiteX15" fmla="*/ 5418348 w 12192000"/>
              <a:gd name="connsiteY15" fmla="*/ 653229 h 6858000"/>
              <a:gd name="connsiteX16" fmla="*/ 5433915 w 12192000"/>
              <a:gd name="connsiteY16" fmla="*/ 687699 h 6858000"/>
              <a:gd name="connsiteX17" fmla="*/ 5449482 w 12192000"/>
              <a:gd name="connsiteY17" fmla="*/ 709938 h 6858000"/>
              <a:gd name="connsiteX18" fmla="*/ 5588473 w 12192000"/>
              <a:gd name="connsiteY18" fmla="*/ 629877 h 6858000"/>
              <a:gd name="connsiteX19" fmla="*/ 5555115 w 12192000"/>
              <a:gd name="connsiteY19" fmla="*/ 574279 h 6858000"/>
              <a:gd name="connsiteX20" fmla="*/ 6774909 w 12192000"/>
              <a:gd name="connsiteY20" fmla="*/ 570943 h 6858000"/>
              <a:gd name="connsiteX21" fmla="*/ 6806043 w 12192000"/>
              <a:gd name="connsiteY21" fmla="*/ 596518 h 6858000"/>
              <a:gd name="connsiteX22" fmla="*/ 6742662 w 12192000"/>
              <a:gd name="connsiteY22" fmla="*/ 596518 h 6858000"/>
              <a:gd name="connsiteX23" fmla="*/ 6774909 w 12192000"/>
              <a:gd name="connsiteY23" fmla="*/ 570943 h 6858000"/>
              <a:gd name="connsiteX24" fmla="*/ 6223388 w 12192000"/>
              <a:gd name="connsiteY24" fmla="*/ 540921 h 6858000"/>
              <a:gd name="connsiteX25" fmla="*/ 6223388 w 12192000"/>
              <a:gd name="connsiteY25" fmla="*/ 575391 h 6858000"/>
              <a:gd name="connsiteX26" fmla="*/ 6243403 w 12192000"/>
              <a:gd name="connsiteY26" fmla="*/ 575391 h 6858000"/>
              <a:gd name="connsiteX27" fmla="*/ 6243403 w 12192000"/>
              <a:gd name="connsiteY27" fmla="*/ 683250 h 6858000"/>
              <a:gd name="connsiteX28" fmla="*/ 6283433 w 12192000"/>
              <a:gd name="connsiteY28" fmla="*/ 683250 h 6858000"/>
              <a:gd name="connsiteX29" fmla="*/ 6283433 w 12192000"/>
              <a:gd name="connsiteY29" fmla="*/ 540921 h 6858000"/>
              <a:gd name="connsiteX30" fmla="*/ 6297888 w 12192000"/>
              <a:gd name="connsiteY30" fmla="*/ 540920 h 6858000"/>
              <a:gd name="connsiteX31" fmla="*/ 6346814 w 12192000"/>
              <a:gd name="connsiteY31" fmla="*/ 683250 h 6858000"/>
              <a:gd name="connsiteX32" fmla="*/ 6396850 w 12192000"/>
              <a:gd name="connsiteY32" fmla="*/ 683250 h 6858000"/>
              <a:gd name="connsiteX33" fmla="*/ 6447999 w 12192000"/>
              <a:gd name="connsiteY33" fmla="*/ 540920 h 6858000"/>
              <a:gd name="connsiteX34" fmla="*/ 6405746 w 12192000"/>
              <a:gd name="connsiteY34" fmla="*/ 540920 h 6858000"/>
              <a:gd name="connsiteX35" fmla="*/ 6373500 w 12192000"/>
              <a:gd name="connsiteY35" fmla="*/ 639884 h 6858000"/>
              <a:gd name="connsiteX36" fmla="*/ 6341253 w 12192000"/>
              <a:gd name="connsiteY36" fmla="*/ 540920 h 6858000"/>
              <a:gd name="connsiteX37" fmla="*/ 6774909 w 12192000"/>
              <a:gd name="connsiteY37" fmla="*/ 538696 h 6858000"/>
              <a:gd name="connsiteX38" fmla="*/ 6701521 w 12192000"/>
              <a:gd name="connsiteY38" fmla="*/ 613198 h 6858000"/>
              <a:gd name="connsiteX39" fmla="*/ 6776020 w 12192000"/>
              <a:gd name="connsiteY39" fmla="*/ 687698 h 6858000"/>
              <a:gd name="connsiteX40" fmla="*/ 6847184 w 12192000"/>
              <a:gd name="connsiteY40" fmla="*/ 643219 h 6858000"/>
              <a:gd name="connsiteX41" fmla="*/ 6804931 w 12192000"/>
              <a:gd name="connsiteY41" fmla="*/ 638772 h 6858000"/>
              <a:gd name="connsiteX42" fmla="*/ 6776020 w 12192000"/>
              <a:gd name="connsiteY42" fmla="*/ 653227 h 6858000"/>
              <a:gd name="connsiteX43" fmla="*/ 6743775 w 12192000"/>
              <a:gd name="connsiteY43" fmla="*/ 624317 h 6858000"/>
              <a:gd name="connsiteX44" fmla="*/ 6849408 w 12192000"/>
              <a:gd name="connsiteY44" fmla="*/ 624317 h 6858000"/>
              <a:gd name="connsiteX45" fmla="*/ 6849408 w 12192000"/>
              <a:gd name="connsiteY45" fmla="*/ 623205 h 6858000"/>
              <a:gd name="connsiteX46" fmla="*/ 6774909 w 12192000"/>
              <a:gd name="connsiteY46" fmla="*/ 538696 h 6858000"/>
              <a:gd name="connsiteX47" fmla="*/ 6192254 w 12192000"/>
              <a:gd name="connsiteY47" fmla="*/ 538696 h 6858000"/>
              <a:gd name="connsiteX48" fmla="*/ 6155559 w 12192000"/>
              <a:gd name="connsiteY48" fmla="*/ 563159 h 6858000"/>
              <a:gd name="connsiteX49" fmla="*/ 6155559 w 12192000"/>
              <a:gd name="connsiteY49" fmla="*/ 540920 h 6858000"/>
              <a:gd name="connsiteX50" fmla="*/ 6116642 w 12192000"/>
              <a:gd name="connsiteY50" fmla="*/ 540920 h 6858000"/>
              <a:gd name="connsiteX51" fmla="*/ 6116642 w 12192000"/>
              <a:gd name="connsiteY51" fmla="*/ 683250 h 6858000"/>
              <a:gd name="connsiteX52" fmla="*/ 6156672 w 12192000"/>
              <a:gd name="connsiteY52" fmla="*/ 683250 h 6858000"/>
              <a:gd name="connsiteX53" fmla="*/ 6156672 w 12192000"/>
              <a:gd name="connsiteY53" fmla="*/ 615421 h 6858000"/>
              <a:gd name="connsiteX54" fmla="*/ 6186693 w 12192000"/>
              <a:gd name="connsiteY54" fmla="*/ 580951 h 6858000"/>
              <a:gd name="connsiteX55" fmla="*/ 6203373 w 12192000"/>
              <a:gd name="connsiteY55" fmla="*/ 580951 h 6858000"/>
              <a:gd name="connsiteX56" fmla="*/ 6203373 w 12192000"/>
              <a:gd name="connsiteY56" fmla="*/ 539808 h 6858000"/>
              <a:gd name="connsiteX57" fmla="*/ 6192254 w 12192000"/>
              <a:gd name="connsiteY57" fmla="*/ 538696 h 6858000"/>
              <a:gd name="connsiteX58" fmla="*/ 6519162 w 12192000"/>
              <a:gd name="connsiteY58" fmla="*/ 537584 h 6858000"/>
              <a:gd name="connsiteX59" fmla="*/ 6458006 w 12192000"/>
              <a:gd name="connsiteY59" fmla="*/ 555376 h 6858000"/>
              <a:gd name="connsiteX60" fmla="*/ 6473573 w 12192000"/>
              <a:gd name="connsiteY60" fmla="*/ 585399 h 6858000"/>
              <a:gd name="connsiteX61" fmla="*/ 6515827 w 12192000"/>
              <a:gd name="connsiteY61" fmla="*/ 572055 h 6858000"/>
              <a:gd name="connsiteX62" fmla="*/ 6539177 w 12192000"/>
              <a:gd name="connsiteY62" fmla="*/ 588735 h 6858000"/>
              <a:gd name="connsiteX63" fmla="*/ 6540290 w 12192000"/>
              <a:gd name="connsiteY63" fmla="*/ 589846 h 6858000"/>
              <a:gd name="connsiteX64" fmla="*/ 6530282 w 12192000"/>
              <a:gd name="connsiteY64" fmla="*/ 598742 h 6858000"/>
              <a:gd name="connsiteX65" fmla="*/ 6502484 w 12192000"/>
              <a:gd name="connsiteY65" fmla="*/ 598742 h 6858000"/>
              <a:gd name="connsiteX66" fmla="*/ 6451335 w 12192000"/>
              <a:gd name="connsiteY66" fmla="*/ 642108 h 6858000"/>
              <a:gd name="connsiteX67" fmla="*/ 6501371 w 12192000"/>
              <a:gd name="connsiteY67" fmla="*/ 686587 h 6858000"/>
              <a:gd name="connsiteX68" fmla="*/ 6541401 w 12192000"/>
              <a:gd name="connsiteY68" fmla="*/ 669907 h 6858000"/>
              <a:gd name="connsiteX69" fmla="*/ 6541401 w 12192000"/>
              <a:gd name="connsiteY69" fmla="*/ 683250 h 6858000"/>
              <a:gd name="connsiteX70" fmla="*/ 6581431 w 12192000"/>
              <a:gd name="connsiteY70" fmla="*/ 683250 h 6858000"/>
              <a:gd name="connsiteX71" fmla="*/ 6581431 w 12192000"/>
              <a:gd name="connsiteY71" fmla="*/ 589846 h 6858000"/>
              <a:gd name="connsiteX72" fmla="*/ 6519162 w 12192000"/>
              <a:gd name="connsiteY72" fmla="*/ 537584 h 6858000"/>
              <a:gd name="connsiteX73" fmla="*/ 6032135 w 12192000"/>
              <a:gd name="connsiteY73" fmla="*/ 537584 h 6858000"/>
              <a:gd name="connsiteX74" fmla="*/ 5970979 w 12192000"/>
              <a:gd name="connsiteY74" fmla="*/ 555376 h 6858000"/>
              <a:gd name="connsiteX75" fmla="*/ 5986546 w 12192000"/>
              <a:gd name="connsiteY75" fmla="*/ 585399 h 6858000"/>
              <a:gd name="connsiteX76" fmla="*/ 6028800 w 12192000"/>
              <a:gd name="connsiteY76" fmla="*/ 572055 h 6858000"/>
              <a:gd name="connsiteX77" fmla="*/ 6052150 w 12192000"/>
              <a:gd name="connsiteY77" fmla="*/ 588735 h 6858000"/>
              <a:gd name="connsiteX78" fmla="*/ 6053262 w 12192000"/>
              <a:gd name="connsiteY78" fmla="*/ 589846 h 6858000"/>
              <a:gd name="connsiteX79" fmla="*/ 6043254 w 12192000"/>
              <a:gd name="connsiteY79" fmla="*/ 598742 h 6858000"/>
              <a:gd name="connsiteX80" fmla="*/ 6015456 w 12192000"/>
              <a:gd name="connsiteY80" fmla="*/ 598742 h 6858000"/>
              <a:gd name="connsiteX81" fmla="*/ 5964307 w 12192000"/>
              <a:gd name="connsiteY81" fmla="*/ 642108 h 6858000"/>
              <a:gd name="connsiteX82" fmla="*/ 6014344 w 12192000"/>
              <a:gd name="connsiteY82" fmla="*/ 686587 h 6858000"/>
              <a:gd name="connsiteX83" fmla="*/ 6054373 w 12192000"/>
              <a:gd name="connsiteY83" fmla="*/ 669907 h 6858000"/>
              <a:gd name="connsiteX84" fmla="*/ 6054373 w 12192000"/>
              <a:gd name="connsiteY84" fmla="*/ 683250 h 6858000"/>
              <a:gd name="connsiteX85" fmla="*/ 6094404 w 12192000"/>
              <a:gd name="connsiteY85" fmla="*/ 683250 h 6858000"/>
              <a:gd name="connsiteX86" fmla="*/ 6094404 w 12192000"/>
              <a:gd name="connsiteY86" fmla="*/ 589846 h 6858000"/>
              <a:gd name="connsiteX87" fmla="*/ 6032135 w 12192000"/>
              <a:gd name="connsiteY87" fmla="*/ 537584 h 6858000"/>
              <a:gd name="connsiteX88" fmla="*/ 5380541 w 12192000"/>
              <a:gd name="connsiteY88" fmla="*/ 493106 h 6858000"/>
              <a:gd name="connsiteX89" fmla="*/ 5353854 w 12192000"/>
              <a:gd name="connsiteY89" fmla="*/ 494218 h 6858000"/>
              <a:gd name="connsiteX90" fmla="*/ 5353854 w 12192000"/>
              <a:gd name="connsiteY90" fmla="*/ 654340 h 6858000"/>
              <a:gd name="connsiteX91" fmla="*/ 5380541 w 12192000"/>
              <a:gd name="connsiteY91" fmla="*/ 656564 h 6858000"/>
              <a:gd name="connsiteX92" fmla="*/ 5418346 w 12192000"/>
              <a:gd name="connsiteY92" fmla="*/ 653227 h 6858000"/>
              <a:gd name="connsiteX93" fmla="*/ 5411675 w 12192000"/>
              <a:gd name="connsiteY93" fmla="*/ 516457 h 6858000"/>
              <a:gd name="connsiteX94" fmla="*/ 5418346 w 12192000"/>
              <a:gd name="connsiteY94" fmla="*/ 496442 h 6858000"/>
              <a:gd name="connsiteX95" fmla="*/ 5380541 w 12192000"/>
              <a:gd name="connsiteY95" fmla="*/ 493106 h 6858000"/>
              <a:gd name="connsiteX96" fmla="*/ 6618125 w 12192000"/>
              <a:gd name="connsiteY96" fmla="*/ 487547 h 6858000"/>
              <a:gd name="connsiteX97" fmla="*/ 6618125 w 12192000"/>
              <a:gd name="connsiteY97" fmla="*/ 542032 h 6858000"/>
              <a:gd name="connsiteX98" fmla="*/ 6595886 w 12192000"/>
              <a:gd name="connsiteY98" fmla="*/ 542032 h 6858000"/>
              <a:gd name="connsiteX99" fmla="*/ 6595886 w 12192000"/>
              <a:gd name="connsiteY99" fmla="*/ 576503 h 6858000"/>
              <a:gd name="connsiteX100" fmla="*/ 6618125 w 12192000"/>
              <a:gd name="connsiteY100" fmla="*/ 576503 h 6858000"/>
              <a:gd name="connsiteX101" fmla="*/ 6618125 w 12192000"/>
              <a:gd name="connsiteY101" fmla="*/ 654340 h 6858000"/>
              <a:gd name="connsiteX102" fmla="*/ 6659266 w 12192000"/>
              <a:gd name="connsiteY102" fmla="*/ 686587 h 6858000"/>
              <a:gd name="connsiteX103" fmla="*/ 6690401 w 12192000"/>
              <a:gd name="connsiteY103" fmla="*/ 684363 h 6858000"/>
              <a:gd name="connsiteX104" fmla="*/ 6690401 w 12192000"/>
              <a:gd name="connsiteY104" fmla="*/ 649892 h 6858000"/>
              <a:gd name="connsiteX105" fmla="*/ 6671498 w 12192000"/>
              <a:gd name="connsiteY105" fmla="*/ 649892 h 6858000"/>
              <a:gd name="connsiteX106" fmla="*/ 6658155 w 12192000"/>
              <a:gd name="connsiteY106" fmla="*/ 639884 h 6858000"/>
              <a:gd name="connsiteX107" fmla="*/ 6658155 w 12192000"/>
              <a:gd name="connsiteY107" fmla="*/ 575391 h 6858000"/>
              <a:gd name="connsiteX108" fmla="*/ 6689289 w 12192000"/>
              <a:gd name="connsiteY108" fmla="*/ 575391 h 6858000"/>
              <a:gd name="connsiteX109" fmla="*/ 6689289 w 12192000"/>
              <a:gd name="connsiteY109" fmla="*/ 540920 h 6858000"/>
              <a:gd name="connsiteX110" fmla="*/ 6658155 w 12192000"/>
              <a:gd name="connsiteY110" fmla="*/ 540920 h 6858000"/>
              <a:gd name="connsiteX111" fmla="*/ 6658155 w 12192000"/>
              <a:gd name="connsiteY111" fmla="*/ 487547 h 6858000"/>
              <a:gd name="connsiteX112" fmla="*/ 6261194 w 12192000"/>
              <a:gd name="connsiteY112" fmla="*/ 466419 h 6858000"/>
              <a:gd name="connsiteX113" fmla="*/ 6235619 w 12192000"/>
              <a:gd name="connsiteY113" fmla="*/ 491994 h 6858000"/>
              <a:gd name="connsiteX114" fmla="*/ 6261194 w 12192000"/>
              <a:gd name="connsiteY114" fmla="*/ 517570 h 6858000"/>
              <a:gd name="connsiteX115" fmla="*/ 6286768 w 12192000"/>
              <a:gd name="connsiteY115" fmla="*/ 491994 h 6858000"/>
              <a:gd name="connsiteX116" fmla="*/ 6261194 w 12192000"/>
              <a:gd name="connsiteY116" fmla="*/ 466419 h 6858000"/>
              <a:gd name="connsiteX117" fmla="*/ 5900927 w 12192000"/>
              <a:gd name="connsiteY117" fmla="*/ 466419 h 6858000"/>
              <a:gd name="connsiteX118" fmla="*/ 5900927 w 12192000"/>
              <a:gd name="connsiteY118" fmla="*/ 683250 h 6858000"/>
              <a:gd name="connsiteX119" fmla="*/ 5940957 w 12192000"/>
              <a:gd name="connsiteY119" fmla="*/ 683250 h 6858000"/>
              <a:gd name="connsiteX120" fmla="*/ 5940957 w 12192000"/>
              <a:gd name="connsiteY120" fmla="*/ 466419 h 6858000"/>
              <a:gd name="connsiteX121" fmla="*/ 5771943 w 12192000"/>
              <a:gd name="connsiteY121" fmla="*/ 461971 h 6858000"/>
              <a:gd name="connsiteX122" fmla="*/ 5658525 w 12192000"/>
              <a:gd name="connsiteY122" fmla="*/ 574279 h 6858000"/>
              <a:gd name="connsiteX123" fmla="*/ 5771943 w 12192000"/>
              <a:gd name="connsiteY123" fmla="*/ 686587 h 6858000"/>
              <a:gd name="connsiteX124" fmla="*/ 5878689 w 12192000"/>
              <a:gd name="connsiteY124" fmla="*/ 605413 h 6858000"/>
              <a:gd name="connsiteX125" fmla="*/ 5831987 w 12192000"/>
              <a:gd name="connsiteY125" fmla="*/ 605413 h 6858000"/>
              <a:gd name="connsiteX126" fmla="*/ 5773054 w 12192000"/>
              <a:gd name="connsiteY126" fmla="*/ 646557 h 6858000"/>
              <a:gd name="connsiteX127" fmla="*/ 5705227 w 12192000"/>
              <a:gd name="connsiteY127" fmla="*/ 574279 h 6858000"/>
              <a:gd name="connsiteX128" fmla="*/ 5773054 w 12192000"/>
              <a:gd name="connsiteY128" fmla="*/ 502002 h 6858000"/>
              <a:gd name="connsiteX129" fmla="*/ 5830875 w 12192000"/>
              <a:gd name="connsiteY129" fmla="*/ 543145 h 6858000"/>
              <a:gd name="connsiteX130" fmla="*/ 5878689 w 12192000"/>
              <a:gd name="connsiteY130" fmla="*/ 543145 h 6858000"/>
              <a:gd name="connsiteX131" fmla="*/ 5771943 w 12192000"/>
              <a:gd name="connsiteY131" fmla="*/ 461971 h 6858000"/>
              <a:gd name="connsiteX132" fmla="*/ 5449482 w 12192000"/>
              <a:gd name="connsiteY132" fmla="*/ 438620 h 6858000"/>
              <a:gd name="connsiteX133" fmla="*/ 5418348 w 12192000"/>
              <a:gd name="connsiteY133" fmla="*/ 495330 h 6858000"/>
              <a:gd name="connsiteX134" fmla="*/ 5554004 w 12192000"/>
              <a:gd name="connsiteY134" fmla="*/ 574279 h 6858000"/>
              <a:gd name="connsiteX135" fmla="*/ 5587363 w 12192000"/>
              <a:gd name="connsiteY135" fmla="*/ 518681 h 6858000"/>
              <a:gd name="connsiteX136" fmla="*/ 5449482 w 12192000"/>
              <a:gd name="connsiteY136" fmla="*/ 438620 h 6858000"/>
              <a:gd name="connsiteX137" fmla="*/ 0 w 12192000"/>
              <a:gd name="connsiteY137" fmla="*/ 0 h 6858000"/>
              <a:gd name="connsiteX138" fmla="*/ 12192000 w 12192000"/>
              <a:gd name="connsiteY138" fmla="*/ 0 h 6858000"/>
              <a:gd name="connsiteX139" fmla="*/ 12192000 w 12192000"/>
              <a:gd name="connsiteY139" fmla="*/ 6858000 h 6858000"/>
              <a:gd name="connsiteX140" fmla="*/ 0 w 12192000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2192000" h="6858000">
                <a:moveTo>
                  <a:pt x="6539177" y="622093"/>
                </a:moveTo>
                <a:lnTo>
                  <a:pt x="6539177" y="632101"/>
                </a:lnTo>
                <a:cubicBezTo>
                  <a:pt x="6539177" y="649892"/>
                  <a:pt x="6523610" y="657676"/>
                  <a:pt x="6511379" y="657676"/>
                </a:cubicBezTo>
                <a:cubicBezTo>
                  <a:pt x="6499147" y="657676"/>
                  <a:pt x="6491364" y="651005"/>
                  <a:pt x="6491364" y="640997"/>
                </a:cubicBezTo>
                <a:cubicBezTo>
                  <a:pt x="6491364" y="630989"/>
                  <a:pt x="6499147" y="625429"/>
                  <a:pt x="6511379" y="625429"/>
                </a:cubicBezTo>
                <a:lnTo>
                  <a:pt x="6526946" y="625429"/>
                </a:lnTo>
                <a:cubicBezTo>
                  <a:pt x="6532505" y="625429"/>
                  <a:pt x="6536953" y="624317"/>
                  <a:pt x="6539177" y="622093"/>
                </a:cubicBezTo>
                <a:close/>
                <a:moveTo>
                  <a:pt x="6052150" y="622093"/>
                </a:moveTo>
                <a:lnTo>
                  <a:pt x="6052150" y="632101"/>
                </a:lnTo>
                <a:cubicBezTo>
                  <a:pt x="6052150" y="649892"/>
                  <a:pt x="6036582" y="657676"/>
                  <a:pt x="6024352" y="657676"/>
                </a:cubicBezTo>
                <a:cubicBezTo>
                  <a:pt x="6012120" y="657676"/>
                  <a:pt x="6004337" y="651005"/>
                  <a:pt x="6004337" y="640997"/>
                </a:cubicBezTo>
                <a:cubicBezTo>
                  <a:pt x="6004337" y="630989"/>
                  <a:pt x="6012120" y="625429"/>
                  <a:pt x="6024352" y="625429"/>
                </a:cubicBezTo>
                <a:lnTo>
                  <a:pt x="6039919" y="625429"/>
                </a:lnTo>
                <a:cubicBezTo>
                  <a:pt x="6045478" y="625429"/>
                  <a:pt x="6049926" y="624317"/>
                  <a:pt x="6052150" y="622093"/>
                </a:cubicBezTo>
                <a:close/>
                <a:moveTo>
                  <a:pt x="5555115" y="574279"/>
                </a:moveTo>
                <a:cubicBezTo>
                  <a:pt x="5520646" y="615421"/>
                  <a:pt x="5472832" y="644332"/>
                  <a:pt x="5418348" y="653229"/>
                </a:cubicBezTo>
                <a:cubicBezTo>
                  <a:pt x="5422796" y="664348"/>
                  <a:pt x="5428354" y="676579"/>
                  <a:pt x="5433915" y="687699"/>
                </a:cubicBezTo>
                <a:cubicBezTo>
                  <a:pt x="5438363" y="695482"/>
                  <a:pt x="5443922" y="703266"/>
                  <a:pt x="5449482" y="709938"/>
                </a:cubicBezTo>
                <a:cubicBezTo>
                  <a:pt x="5502855" y="696595"/>
                  <a:pt x="5550668" y="668796"/>
                  <a:pt x="5588473" y="629877"/>
                </a:cubicBezTo>
                <a:cubicBezTo>
                  <a:pt x="5579578" y="609861"/>
                  <a:pt x="5568459" y="590959"/>
                  <a:pt x="5555115" y="574279"/>
                </a:cubicBezTo>
                <a:close/>
                <a:moveTo>
                  <a:pt x="6774909" y="570943"/>
                </a:moveTo>
                <a:cubicBezTo>
                  <a:pt x="6791587" y="570943"/>
                  <a:pt x="6803819" y="582062"/>
                  <a:pt x="6806043" y="596518"/>
                </a:cubicBezTo>
                <a:lnTo>
                  <a:pt x="6742662" y="596518"/>
                </a:lnTo>
                <a:cubicBezTo>
                  <a:pt x="6745999" y="580951"/>
                  <a:pt x="6758229" y="570943"/>
                  <a:pt x="6774909" y="570943"/>
                </a:cubicBezTo>
                <a:close/>
                <a:moveTo>
                  <a:pt x="6223388" y="540921"/>
                </a:moveTo>
                <a:lnTo>
                  <a:pt x="6223388" y="575391"/>
                </a:lnTo>
                <a:lnTo>
                  <a:pt x="6243403" y="575391"/>
                </a:lnTo>
                <a:lnTo>
                  <a:pt x="6243403" y="683250"/>
                </a:lnTo>
                <a:lnTo>
                  <a:pt x="6283433" y="683250"/>
                </a:lnTo>
                <a:lnTo>
                  <a:pt x="6283433" y="540921"/>
                </a:lnTo>
                <a:close/>
                <a:moveTo>
                  <a:pt x="6297888" y="540920"/>
                </a:moveTo>
                <a:lnTo>
                  <a:pt x="6346814" y="683250"/>
                </a:lnTo>
                <a:lnTo>
                  <a:pt x="6396850" y="683250"/>
                </a:lnTo>
                <a:lnTo>
                  <a:pt x="6447999" y="540920"/>
                </a:lnTo>
                <a:lnTo>
                  <a:pt x="6405746" y="540920"/>
                </a:lnTo>
                <a:lnTo>
                  <a:pt x="6373500" y="639884"/>
                </a:lnTo>
                <a:lnTo>
                  <a:pt x="6341253" y="540920"/>
                </a:lnTo>
                <a:close/>
                <a:moveTo>
                  <a:pt x="6774909" y="538696"/>
                </a:moveTo>
                <a:cubicBezTo>
                  <a:pt x="6732655" y="538696"/>
                  <a:pt x="6701521" y="569830"/>
                  <a:pt x="6701521" y="613198"/>
                </a:cubicBezTo>
                <a:cubicBezTo>
                  <a:pt x="6701521" y="656564"/>
                  <a:pt x="6743775" y="687698"/>
                  <a:pt x="6776020" y="687698"/>
                </a:cubicBezTo>
                <a:cubicBezTo>
                  <a:pt x="6808267" y="687698"/>
                  <a:pt x="6834954" y="673242"/>
                  <a:pt x="6847184" y="643219"/>
                </a:cubicBezTo>
                <a:lnTo>
                  <a:pt x="6804931" y="638772"/>
                </a:lnTo>
                <a:cubicBezTo>
                  <a:pt x="6799372" y="647667"/>
                  <a:pt x="6793811" y="653227"/>
                  <a:pt x="6776020" y="653227"/>
                </a:cubicBezTo>
                <a:cubicBezTo>
                  <a:pt x="6758229" y="653227"/>
                  <a:pt x="6745999" y="639884"/>
                  <a:pt x="6743775" y="624317"/>
                </a:cubicBezTo>
                <a:lnTo>
                  <a:pt x="6849408" y="624317"/>
                </a:lnTo>
                <a:lnTo>
                  <a:pt x="6849408" y="623205"/>
                </a:lnTo>
                <a:cubicBezTo>
                  <a:pt x="6849408" y="564271"/>
                  <a:pt x="6817163" y="538696"/>
                  <a:pt x="6774909" y="538696"/>
                </a:cubicBezTo>
                <a:close/>
                <a:moveTo>
                  <a:pt x="6192254" y="538696"/>
                </a:moveTo>
                <a:cubicBezTo>
                  <a:pt x="6174463" y="538696"/>
                  <a:pt x="6161119" y="547591"/>
                  <a:pt x="6155559" y="563159"/>
                </a:cubicBezTo>
                <a:lnTo>
                  <a:pt x="6155559" y="540920"/>
                </a:lnTo>
                <a:lnTo>
                  <a:pt x="6116642" y="540920"/>
                </a:lnTo>
                <a:lnTo>
                  <a:pt x="6116642" y="683250"/>
                </a:lnTo>
                <a:lnTo>
                  <a:pt x="6156672" y="683250"/>
                </a:lnTo>
                <a:lnTo>
                  <a:pt x="6156672" y="615421"/>
                </a:lnTo>
                <a:cubicBezTo>
                  <a:pt x="6156672" y="590958"/>
                  <a:pt x="6166679" y="580951"/>
                  <a:pt x="6186693" y="580951"/>
                </a:cubicBezTo>
                <a:lnTo>
                  <a:pt x="6203373" y="580951"/>
                </a:lnTo>
                <a:cubicBezTo>
                  <a:pt x="6203373" y="580951"/>
                  <a:pt x="6203373" y="539808"/>
                  <a:pt x="6203373" y="539808"/>
                </a:cubicBezTo>
                <a:cubicBezTo>
                  <a:pt x="6200037" y="538696"/>
                  <a:pt x="6210045" y="538696"/>
                  <a:pt x="6192254" y="538696"/>
                </a:cubicBezTo>
                <a:close/>
                <a:moveTo>
                  <a:pt x="6519162" y="537584"/>
                </a:moveTo>
                <a:cubicBezTo>
                  <a:pt x="6484693" y="537584"/>
                  <a:pt x="6458006" y="555376"/>
                  <a:pt x="6458006" y="555376"/>
                </a:cubicBezTo>
                <a:lnTo>
                  <a:pt x="6473573" y="585399"/>
                </a:lnTo>
                <a:cubicBezTo>
                  <a:pt x="6483580" y="578727"/>
                  <a:pt x="6500260" y="572055"/>
                  <a:pt x="6515827" y="572055"/>
                </a:cubicBezTo>
                <a:cubicBezTo>
                  <a:pt x="6531394" y="572055"/>
                  <a:pt x="6539177" y="578727"/>
                  <a:pt x="6539177" y="588735"/>
                </a:cubicBezTo>
                <a:lnTo>
                  <a:pt x="6540290" y="589846"/>
                </a:lnTo>
                <a:cubicBezTo>
                  <a:pt x="6540290" y="595407"/>
                  <a:pt x="6536953" y="598742"/>
                  <a:pt x="6530282" y="598742"/>
                </a:cubicBezTo>
                <a:lnTo>
                  <a:pt x="6502484" y="598742"/>
                </a:lnTo>
                <a:cubicBezTo>
                  <a:pt x="6471349" y="598742"/>
                  <a:pt x="6451335" y="618758"/>
                  <a:pt x="6451335" y="642108"/>
                </a:cubicBezTo>
                <a:cubicBezTo>
                  <a:pt x="6451335" y="665459"/>
                  <a:pt x="6471349" y="686587"/>
                  <a:pt x="6501371" y="686587"/>
                </a:cubicBezTo>
                <a:cubicBezTo>
                  <a:pt x="6518051" y="686587"/>
                  <a:pt x="6533618" y="681026"/>
                  <a:pt x="6541401" y="669907"/>
                </a:cubicBezTo>
                <a:lnTo>
                  <a:pt x="6541401" y="683250"/>
                </a:lnTo>
                <a:lnTo>
                  <a:pt x="6581431" y="683250"/>
                </a:lnTo>
                <a:lnTo>
                  <a:pt x="6581431" y="589846"/>
                </a:lnTo>
                <a:cubicBezTo>
                  <a:pt x="6581431" y="552040"/>
                  <a:pt x="6553633" y="537584"/>
                  <a:pt x="6519162" y="537584"/>
                </a:cubicBezTo>
                <a:close/>
                <a:moveTo>
                  <a:pt x="6032135" y="537584"/>
                </a:moveTo>
                <a:cubicBezTo>
                  <a:pt x="5997665" y="537584"/>
                  <a:pt x="5970979" y="555376"/>
                  <a:pt x="5970979" y="555376"/>
                </a:cubicBezTo>
                <a:lnTo>
                  <a:pt x="5986546" y="585399"/>
                </a:lnTo>
                <a:cubicBezTo>
                  <a:pt x="5996553" y="578727"/>
                  <a:pt x="6013232" y="572055"/>
                  <a:pt x="6028800" y="572055"/>
                </a:cubicBezTo>
                <a:cubicBezTo>
                  <a:pt x="6044367" y="572055"/>
                  <a:pt x="6052150" y="578727"/>
                  <a:pt x="6052150" y="588735"/>
                </a:cubicBezTo>
                <a:lnTo>
                  <a:pt x="6053262" y="589846"/>
                </a:lnTo>
                <a:cubicBezTo>
                  <a:pt x="6053262" y="595407"/>
                  <a:pt x="6049926" y="598742"/>
                  <a:pt x="6043254" y="598742"/>
                </a:cubicBezTo>
                <a:lnTo>
                  <a:pt x="6015456" y="598742"/>
                </a:lnTo>
                <a:cubicBezTo>
                  <a:pt x="5984322" y="598742"/>
                  <a:pt x="5964307" y="618758"/>
                  <a:pt x="5964307" y="642108"/>
                </a:cubicBezTo>
                <a:cubicBezTo>
                  <a:pt x="5964307" y="665459"/>
                  <a:pt x="5984322" y="686587"/>
                  <a:pt x="6014344" y="686587"/>
                </a:cubicBezTo>
                <a:cubicBezTo>
                  <a:pt x="6031023" y="686587"/>
                  <a:pt x="6046591" y="681026"/>
                  <a:pt x="6054373" y="669907"/>
                </a:cubicBezTo>
                <a:lnTo>
                  <a:pt x="6054373" y="683250"/>
                </a:lnTo>
                <a:lnTo>
                  <a:pt x="6094404" y="683250"/>
                </a:lnTo>
                <a:lnTo>
                  <a:pt x="6094404" y="589846"/>
                </a:lnTo>
                <a:cubicBezTo>
                  <a:pt x="6094404" y="552040"/>
                  <a:pt x="6066605" y="537584"/>
                  <a:pt x="6032135" y="537584"/>
                </a:cubicBezTo>
                <a:close/>
                <a:moveTo>
                  <a:pt x="5380541" y="493106"/>
                </a:moveTo>
                <a:cubicBezTo>
                  <a:pt x="5367197" y="493106"/>
                  <a:pt x="5362750" y="493106"/>
                  <a:pt x="5353854" y="494218"/>
                </a:cubicBezTo>
                <a:cubicBezTo>
                  <a:pt x="5339399" y="545368"/>
                  <a:pt x="5338287" y="600966"/>
                  <a:pt x="5353854" y="654340"/>
                </a:cubicBezTo>
                <a:cubicBezTo>
                  <a:pt x="5362750" y="654340"/>
                  <a:pt x="5371645" y="656564"/>
                  <a:pt x="5380541" y="656564"/>
                </a:cubicBezTo>
                <a:cubicBezTo>
                  <a:pt x="5393884" y="656564"/>
                  <a:pt x="5406116" y="655451"/>
                  <a:pt x="5418346" y="653227"/>
                </a:cubicBezTo>
                <a:cubicBezTo>
                  <a:pt x="5401668" y="609861"/>
                  <a:pt x="5399444" y="562047"/>
                  <a:pt x="5411675" y="516457"/>
                </a:cubicBezTo>
                <a:cubicBezTo>
                  <a:pt x="5413899" y="509785"/>
                  <a:pt x="5416123" y="503114"/>
                  <a:pt x="5418346" y="496442"/>
                </a:cubicBezTo>
                <a:cubicBezTo>
                  <a:pt x="5406116" y="494218"/>
                  <a:pt x="5393884" y="493106"/>
                  <a:pt x="5380541" y="493106"/>
                </a:cubicBezTo>
                <a:close/>
                <a:moveTo>
                  <a:pt x="6618125" y="487547"/>
                </a:moveTo>
                <a:lnTo>
                  <a:pt x="6618125" y="542032"/>
                </a:lnTo>
                <a:lnTo>
                  <a:pt x="6595886" y="542032"/>
                </a:lnTo>
                <a:lnTo>
                  <a:pt x="6595886" y="576503"/>
                </a:lnTo>
                <a:lnTo>
                  <a:pt x="6618125" y="576503"/>
                </a:lnTo>
                <a:lnTo>
                  <a:pt x="6618125" y="654340"/>
                </a:lnTo>
                <a:cubicBezTo>
                  <a:pt x="6618125" y="683250"/>
                  <a:pt x="6639251" y="686587"/>
                  <a:pt x="6659266" y="686587"/>
                </a:cubicBezTo>
                <a:cubicBezTo>
                  <a:pt x="6670386" y="686587"/>
                  <a:pt x="6690401" y="684363"/>
                  <a:pt x="6690401" y="684363"/>
                </a:cubicBezTo>
                <a:lnTo>
                  <a:pt x="6690401" y="649892"/>
                </a:lnTo>
                <a:cubicBezTo>
                  <a:pt x="6690401" y="649892"/>
                  <a:pt x="6681505" y="649892"/>
                  <a:pt x="6671498" y="649892"/>
                </a:cubicBezTo>
                <a:cubicBezTo>
                  <a:pt x="6664827" y="649892"/>
                  <a:pt x="6658155" y="648780"/>
                  <a:pt x="6658155" y="639884"/>
                </a:cubicBezTo>
                <a:lnTo>
                  <a:pt x="6658155" y="575391"/>
                </a:lnTo>
                <a:lnTo>
                  <a:pt x="6689289" y="575391"/>
                </a:lnTo>
                <a:lnTo>
                  <a:pt x="6689289" y="540920"/>
                </a:lnTo>
                <a:lnTo>
                  <a:pt x="6658155" y="540920"/>
                </a:lnTo>
                <a:lnTo>
                  <a:pt x="6658155" y="487547"/>
                </a:lnTo>
                <a:close/>
                <a:moveTo>
                  <a:pt x="6261194" y="466419"/>
                </a:moveTo>
                <a:cubicBezTo>
                  <a:pt x="6246738" y="466419"/>
                  <a:pt x="6235619" y="477539"/>
                  <a:pt x="6235619" y="491994"/>
                </a:cubicBezTo>
                <a:cubicBezTo>
                  <a:pt x="6235619" y="506450"/>
                  <a:pt x="6246738" y="517570"/>
                  <a:pt x="6261194" y="517570"/>
                </a:cubicBezTo>
                <a:cubicBezTo>
                  <a:pt x="6275648" y="517570"/>
                  <a:pt x="6286768" y="505338"/>
                  <a:pt x="6286768" y="491994"/>
                </a:cubicBezTo>
                <a:cubicBezTo>
                  <a:pt x="6286768" y="478651"/>
                  <a:pt x="6275648" y="466419"/>
                  <a:pt x="6261194" y="466419"/>
                </a:cubicBezTo>
                <a:close/>
                <a:moveTo>
                  <a:pt x="5900927" y="466419"/>
                </a:moveTo>
                <a:lnTo>
                  <a:pt x="5900927" y="683250"/>
                </a:lnTo>
                <a:lnTo>
                  <a:pt x="5940957" y="683250"/>
                </a:lnTo>
                <a:lnTo>
                  <a:pt x="5940957" y="466419"/>
                </a:lnTo>
                <a:close/>
                <a:moveTo>
                  <a:pt x="5771943" y="461971"/>
                </a:moveTo>
                <a:cubicBezTo>
                  <a:pt x="5707450" y="461971"/>
                  <a:pt x="5658525" y="508674"/>
                  <a:pt x="5658525" y="574279"/>
                </a:cubicBezTo>
                <a:cubicBezTo>
                  <a:pt x="5658525" y="639884"/>
                  <a:pt x="5723017" y="686587"/>
                  <a:pt x="5771943" y="686587"/>
                </a:cubicBezTo>
                <a:cubicBezTo>
                  <a:pt x="5820868" y="686587"/>
                  <a:pt x="5866457" y="656564"/>
                  <a:pt x="5878689" y="605413"/>
                </a:cubicBezTo>
                <a:lnTo>
                  <a:pt x="5831987" y="605413"/>
                </a:lnTo>
                <a:cubicBezTo>
                  <a:pt x="5824203" y="630989"/>
                  <a:pt x="5801964" y="646557"/>
                  <a:pt x="5773054" y="646557"/>
                </a:cubicBezTo>
                <a:cubicBezTo>
                  <a:pt x="5731913" y="646557"/>
                  <a:pt x="5705227" y="615421"/>
                  <a:pt x="5705227" y="574279"/>
                </a:cubicBezTo>
                <a:cubicBezTo>
                  <a:pt x="5705227" y="533137"/>
                  <a:pt x="5731913" y="502002"/>
                  <a:pt x="5773054" y="502002"/>
                </a:cubicBezTo>
                <a:cubicBezTo>
                  <a:pt x="5800853" y="502002"/>
                  <a:pt x="5823092" y="517570"/>
                  <a:pt x="5830875" y="543145"/>
                </a:cubicBezTo>
                <a:lnTo>
                  <a:pt x="5878689" y="543145"/>
                </a:lnTo>
                <a:cubicBezTo>
                  <a:pt x="5865345" y="491994"/>
                  <a:pt x="5836435" y="461971"/>
                  <a:pt x="5771943" y="461971"/>
                </a:cubicBezTo>
                <a:close/>
                <a:moveTo>
                  <a:pt x="5449482" y="438620"/>
                </a:moveTo>
                <a:cubicBezTo>
                  <a:pt x="5436139" y="456411"/>
                  <a:pt x="5426131" y="475315"/>
                  <a:pt x="5418348" y="495330"/>
                </a:cubicBezTo>
                <a:cubicBezTo>
                  <a:pt x="5472832" y="504225"/>
                  <a:pt x="5520646" y="533137"/>
                  <a:pt x="5554004" y="574279"/>
                </a:cubicBezTo>
                <a:cubicBezTo>
                  <a:pt x="5567347" y="557599"/>
                  <a:pt x="5579578" y="538696"/>
                  <a:pt x="5587363" y="518681"/>
                </a:cubicBezTo>
                <a:cubicBezTo>
                  <a:pt x="5550668" y="480875"/>
                  <a:pt x="5502855" y="451963"/>
                  <a:pt x="5449482" y="43862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to insert dark background image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C9E0084-1BBE-803B-F4D4-530F7FD57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5" y="2130266"/>
            <a:ext cx="9505950" cy="2169113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5400" spc="-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Two or three</a:t>
            </a:r>
            <a:br>
              <a:rPr lang="en-US" dirty="0"/>
            </a:br>
            <a:r>
              <a:rPr lang="en-US" dirty="0"/>
              <a:t>line title here</a:t>
            </a:r>
            <a:br>
              <a:rPr lang="en-US" dirty="0"/>
            </a:br>
            <a:r>
              <a:rPr lang="en-US" dirty="0"/>
              <a:t>lorem ipsum dolor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24E2F64-1CF9-ED20-65FE-D01EF624EA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25" y="4383735"/>
            <a:ext cx="9505949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14D21C6-BDDC-DA63-C8CD-AE44CF6E3F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4113" y="6312625"/>
            <a:ext cx="7343775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90000"/>
              </a:lnSpc>
              <a:buNone/>
              <a:defRPr sz="16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Forename Surname  |  Month 00, 0000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0860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- 2 or 3 lines - Citr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4679F79-5E60-C5C6-ED24-5746CF64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539177 w 12192000"/>
              <a:gd name="connsiteY0" fmla="*/ 622093 h 6858000"/>
              <a:gd name="connsiteX1" fmla="*/ 6539177 w 12192000"/>
              <a:gd name="connsiteY1" fmla="*/ 632101 h 6858000"/>
              <a:gd name="connsiteX2" fmla="*/ 6511379 w 12192000"/>
              <a:gd name="connsiteY2" fmla="*/ 657676 h 6858000"/>
              <a:gd name="connsiteX3" fmla="*/ 6491364 w 12192000"/>
              <a:gd name="connsiteY3" fmla="*/ 640997 h 6858000"/>
              <a:gd name="connsiteX4" fmla="*/ 6511379 w 12192000"/>
              <a:gd name="connsiteY4" fmla="*/ 625429 h 6858000"/>
              <a:gd name="connsiteX5" fmla="*/ 6526946 w 12192000"/>
              <a:gd name="connsiteY5" fmla="*/ 625429 h 6858000"/>
              <a:gd name="connsiteX6" fmla="*/ 6539177 w 12192000"/>
              <a:gd name="connsiteY6" fmla="*/ 622093 h 6858000"/>
              <a:gd name="connsiteX7" fmla="*/ 6052150 w 12192000"/>
              <a:gd name="connsiteY7" fmla="*/ 622093 h 6858000"/>
              <a:gd name="connsiteX8" fmla="*/ 6052150 w 12192000"/>
              <a:gd name="connsiteY8" fmla="*/ 632101 h 6858000"/>
              <a:gd name="connsiteX9" fmla="*/ 6024352 w 12192000"/>
              <a:gd name="connsiteY9" fmla="*/ 657676 h 6858000"/>
              <a:gd name="connsiteX10" fmla="*/ 6004337 w 12192000"/>
              <a:gd name="connsiteY10" fmla="*/ 640997 h 6858000"/>
              <a:gd name="connsiteX11" fmla="*/ 6024352 w 12192000"/>
              <a:gd name="connsiteY11" fmla="*/ 625429 h 6858000"/>
              <a:gd name="connsiteX12" fmla="*/ 6039919 w 12192000"/>
              <a:gd name="connsiteY12" fmla="*/ 625429 h 6858000"/>
              <a:gd name="connsiteX13" fmla="*/ 6052150 w 12192000"/>
              <a:gd name="connsiteY13" fmla="*/ 622093 h 6858000"/>
              <a:gd name="connsiteX14" fmla="*/ 5555115 w 12192000"/>
              <a:gd name="connsiteY14" fmla="*/ 574279 h 6858000"/>
              <a:gd name="connsiteX15" fmla="*/ 5418348 w 12192000"/>
              <a:gd name="connsiteY15" fmla="*/ 653229 h 6858000"/>
              <a:gd name="connsiteX16" fmla="*/ 5433915 w 12192000"/>
              <a:gd name="connsiteY16" fmla="*/ 687699 h 6858000"/>
              <a:gd name="connsiteX17" fmla="*/ 5449482 w 12192000"/>
              <a:gd name="connsiteY17" fmla="*/ 709938 h 6858000"/>
              <a:gd name="connsiteX18" fmla="*/ 5588473 w 12192000"/>
              <a:gd name="connsiteY18" fmla="*/ 629877 h 6858000"/>
              <a:gd name="connsiteX19" fmla="*/ 5555115 w 12192000"/>
              <a:gd name="connsiteY19" fmla="*/ 574279 h 6858000"/>
              <a:gd name="connsiteX20" fmla="*/ 6774909 w 12192000"/>
              <a:gd name="connsiteY20" fmla="*/ 570943 h 6858000"/>
              <a:gd name="connsiteX21" fmla="*/ 6806043 w 12192000"/>
              <a:gd name="connsiteY21" fmla="*/ 596518 h 6858000"/>
              <a:gd name="connsiteX22" fmla="*/ 6742662 w 12192000"/>
              <a:gd name="connsiteY22" fmla="*/ 596518 h 6858000"/>
              <a:gd name="connsiteX23" fmla="*/ 6774909 w 12192000"/>
              <a:gd name="connsiteY23" fmla="*/ 570943 h 6858000"/>
              <a:gd name="connsiteX24" fmla="*/ 6223388 w 12192000"/>
              <a:gd name="connsiteY24" fmla="*/ 540921 h 6858000"/>
              <a:gd name="connsiteX25" fmla="*/ 6223388 w 12192000"/>
              <a:gd name="connsiteY25" fmla="*/ 575391 h 6858000"/>
              <a:gd name="connsiteX26" fmla="*/ 6243403 w 12192000"/>
              <a:gd name="connsiteY26" fmla="*/ 575391 h 6858000"/>
              <a:gd name="connsiteX27" fmla="*/ 6243403 w 12192000"/>
              <a:gd name="connsiteY27" fmla="*/ 683250 h 6858000"/>
              <a:gd name="connsiteX28" fmla="*/ 6283433 w 12192000"/>
              <a:gd name="connsiteY28" fmla="*/ 683250 h 6858000"/>
              <a:gd name="connsiteX29" fmla="*/ 6283433 w 12192000"/>
              <a:gd name="connsiteY29" fmla="*/ 540921 h 6858000"/>
              <a:gd name="connsiteX30" fmla="*/ 6297888 w 12192000"/>
              <a:gd name="connsiteY30" fmla="*/ 540920 h 6858000"/>
              <a:gd name="connsiteX31" fmla="*/ 6346814 w 12192000"/>
              <a:gd name="connsiteY31" fmla="*/ 683250 h 6858000"/>
              <a:gd name="connsiteX32" fmla="*/ 6396850 w 12192000"/>
              <a:gd name="connsiteY32" fmla="*/ 683250 h 6858000"/>
              <a:gd name="connsiteX33" fmla="*/ 6447999 w 12192000"/>
              <a:gd name="connsiteY33" fmla="*/ 540920 h 6858000"/>
              <a:gd name="connsiteX34" fmla="*/ 6405746 w 12192000"/>
              <a:gd name="connsiteY34" fmla="*/ 540920 h 6858000"/>
              <a:gd name="connsiteX35" fmla="*/ 6373500 w 12192000"/>
              <a:gd name="connsiteY35" fmla="*/ 639884 h 6858000"/>
              <a:gd name="connsiteX36" fmla="*/ 6341253 w 12192000"/>
              <a:gd name="connsiteY36" fmla="*/ 540920 h 6858000"/>
              <a:gd name="connsiteX37" fmla="*/ 6774909 w 12192000"/>
              <a:gd name="connsiteY37" fmla="*/ 538696 h 6858000"/>
              <a:gd name="connsiteX38" fmla="*/ 6701521 w 12192000"/>
              <a:gd name="connsiteY38" fmla="*/ 613198 h 6858000"/>
              <a:gd name="connsiteX39" fmla="*/ 6776020 w 12192000"/>
              <a:gd name="connsiteY39" fmla="*/ 687698 h 6858000"/>
              <a:gd name="connsiteX40" fmla="*/ 6847184 w 12192000"/>
              <a:gd name="connsiteY40" fmla="*/ 643219 h 6858000"/>
              <a:gd name="connsiteX41" fmla="*/ 6804931 w 12192000"/>
              <a:gd name="connsiteY41" fmla="*/ 638772 h 6858000"/>
              <a:gd name="connsiteX42" fmla="*/ 6776020 w 12192000"/>
              <a:gd name="connsiteY42" fmla="*/ 653227 h 6858000"/>
              <a:gd name="connsiteX43" fmla="*/ 6743775 w 12192000"/>
              <a:gd name="connsiteY43" fmla="*/ 624317 h 6858000"/>
              <a:gd name="connsiteX44" fmla="*/ 6849408 w 12192000"/>
              <a:gd name="connsiteY44" fmla="*/ 624317 h 6858000"/>
              <a:gd name="connsiteX45" fmla="*/ 6849408 w 12192000"/>
              <a:gd name="connsiteY45" fmla="*/ 623205 h 6858000"/>
              <a:gd name="connsiteX46" fmla="*/ 6774909 w 12192000"/>
              <a:gd name="connsiteY46" fmla="*/ 538696 h 6858000"/>
              <a:gd name="connsiteX47" fmla="*/ 6192254 w 12192000"/>
              <a:gd name="connsiteY47" fmla="*/ 538696 h 6858000"/>
              <a:gd name="connsiteX48" fmla="*/ 6155559 w 12192000"/>
              <a:gd name="connsiteY48" fmla="*/ 563159 h 6858000"/>
              <a:gd name="connsiteX49" fmla="*/ 6155559 w 12192000"/>
              <a:gd name="connsiteY49" fmla="*/ 540920 h 6858000"/>
              <a:gd name="connsiteX50" fmla="*/ 6116642 w 12192000"/>
              <a:gd name="connsiteY50" fmla="*/ 540920 h 6858000"/>
              <a:gd name="connsiteX51" fmla="*/ 6116642 w 12192000"/>
              <a:gd name="connsiteY51" fmla="*/ 683250 h 6858000"/>
              <a:gd name="connsiteX52" fmla="*/ 6156672 w 12192000"/>
              <a:gd name="connsiteY52" fmla="*/ 683250 h 6858000"/>
              <a:gd name="connsiteX53" fmla="*/ 6156672 w 12192000"/>
              <a:gd name="connsiteY53" fmla="*/ 615421 h 6858000"/>
              <a:gd name="connsiteX54" fmla="*/ 6186693 w 12192000"/>
              <a:gd name="connsiteY54" fmla="*/ 580951 h 6858000"/>
              <a:gd name="connsiteX55" fmla="*/ 6203373 w 12192000"/>
              <a:gd name="connsiteY55" fmla="*/ 580951 h 6858000"/>
              <a:gd name="connsiteX56" fmla="*/ 6203373 w 12192000"/>
              <a:gd name="connsiteY56" fmla="*/ 539808 h 6858000"/>
              <a:gd name="connsiteX57" fmla="*/ 6192254 w 12192000"/>
              <a:gd name="connsiteY57" fmla="*/ 538696 h 6858000"/>
              <a:gd name="connsiteX58" fmla="*/ 6519162 w 12192000"/>
              <a:gd name="connsiteY58" fmla="*/ 537584 h 6858000"/>
              <a:gd name="connsiteX59" fmla="*/ 6458006 w 12192000"/>
              <a:gd name="connsiteY59" fmla="*/ 555376 h 6858000"/>
              <a:gd name="connsiteX60" fmla="*/ 6473573 w 12192000"/>
              <a:gd name="connsiteY60" fmla="*/ 585399 h 6858000"/>
              <a:gd name="connsiteX61" fmla="*/ 6515827 w 12192000"/>
              <a:gd name="connsiteY61" fmla="*/ 572055 h 6858000"/>
              <a:gd name="connsiteX62" fmla="*/ 6539177 w 12192000"/>
              <a:gd name="connsiteY62" fmla="*/ 588735 h 6858000"/>
              <a:gd name="connsiteX63" fmla="*/ 6540290 w 12192000"/>
              <a:gd name="connsiteY63" fmla="*/ 589846 h 6858000"/>
              <a:gd name="connsiteX64" fmla="*/ 6530282 w 12192000"/>
              <a:gd name="connsiteY64" fmla="*/ 598742 h 6858000"/>
              <a:gd name="connsiteX65" fmla="*/ 6502484 w 12192000"/>
              <a:gd name="connsiteY65" fmla="*/ 598742 h 6858000"/>
              <a:gd name="connsiteX66" fmla="*/ 6451335 w 12192000"/>
              <a:gd name="connsiteY66" fmla="*/ 642108 h 6858000"/>
              <a:gd name="connsiteX67" fmla="*/ 6501371 w 12192000"/>
              <a:gd name="connsiteY67" fmla="*/ 686587 h 6858000"/>
              <a:gd name="connsiteX68" fmla="*/ 6541401 w 12192000"/>
              <a:gd name="connsiteY68" fmla="*/ 669907 h 6858000"/>
              <a:gd name="connsiteX69" fmla="*/ 6541401 w 12192000"/>
              <a:gd name="connsiteY69" fmla="*/ 683250 h 6858000"/>
              <a:gd name="connsiteX70" fmla="*/ 6581431 w 12192000"/>
              <a:gd name="connsiteY70" fmla="*/ 683250 h 6858000"/>
              <a:gd name="connsiteX71" fmla="*/ 6581431 w 12192000"/>
              <a:gd name="connsiteY71" fmla="*/ 589846 h 6858000"/>
              <a:gd name="connsiteX72" fmla="*/ 6519162 w 12192000"/>
              <a:gd name="connsiteY72" fmla="*/ 537584 h 6858000"/>
              <a:gd name="connsiteX73" fmla="*/ 6032135 w 12192000"/>
              <a:gd name="connsiteY73" fmla="*/ 537584 h 6858000"/>
              <a:gd name="connsiteX74" fmla="*/ 5970979 w 12192000"/>
              <a:gd name="connsiteY74" fmla="*/ 555376 h 6858000"/>
              <a:gd name="connsiteX75" fmla="*/ 5986546 w 12192000"/>
              <a:gd name="connsiteY75" fmla="*/ 585399 h 6858000"/>
              <a:gd name="connsiteX76" fmla="*/ 6028800 w 12192000"/>
              <a:gd name="connsiteY76" fmla="*/ 572055 h 6858000"/>
              <a:gd name="connsiteX77" fmla="*/ 6052150 w 12192000"/>
              <a:gd name="connsiteY77" fmla="*/ 588735 h 6858000"/>
              <a:gd name="connsiteX78" fmla="*/ 6053262 w 12192000"/>
              <a:gd name="connsiteY78" fmla="*/ 589846 h 6858000"/>
              <a:gd name="connsiteX79" fmla="*/ 6043254 w 12192000"/>
              <a:gd name="connsiteY79" fmla="*/ 598742 h 6858000"/>
              <a:gd name="connsiteX80" fmla="*/ 6015456 w 12192000"/>
              <a:gd name="connsiteY80" fmla="*/ 598742 h 6858000"/>
              <a:gd name="connsiteX81" fmla="*/ 5964307 w 12192000"/>
              <a:gd name="connsiteY81" fmla="*/ 642108 h 6858000"/>
              <a:gd name="connsiteX82" fmla="*/ 6014344 w 12192000"/>
              <a:gd name="connsiteY82" fmla="*/ 686587 h 6858000"/>
              <a:gd name="connsiteX83" fmla="*/ 6054373 w 12192000"/>
              <a:gd name="connsiteY83" fmla="*/ 669907 h 6858000"/>
              <a:gd name="connsiteX84" fmla="*/ 6054373 w 12192000"/>
              <a:gd name="connsiteY84" fmla="*/ 683250 h 6858000"/>
              <a:gd name="connsiteX85" fmla="*/ 6094404 w 12192000"/>
              <a:gd name="connsiteY85" fmla="*/ 683250 h 6858000"/>
              <a:gd name="connsiteX86" fmla="*/ 6094404 w 12192000"/>
              <a:gd name="connsiteY86" fmla="*/ 589846 h 6858000"/>
              <a:gd name="connsiteX87" fmla="*/ 6032135 w 12192000"/>
              <a:gd name="connsiteY87" fmla="*/ 537584 h 6858000"/>
              <a:gd name="connsiteX88" fmla="*/ 5380541 w 12192000"/>
              <a:gd name="connsiteY88" fmla="*/ 493106 h 6858000"/>
              <a:gd name="connsiteX89" fmla="*/ 5353854 w 12192000"/>
              <a:gd name="connsiteY89" fmla="*/ 494218 h 6858000"/>
              <a:gd name="connsiteX90" fmla="*/ 5353854 w 12192000"/>
              <a:gd name="connsiteY90" fmla="*/ 654340 h 6858000"/>
              <a:gd name="connsiteX91" fmla="*/ 5380541 w 12192000"/>
              <a:gd name="connsiteY91" fmla="*/ 656564 h 6858000"/>
              <a:gd name="connsiteX92" fmla="*/ 5418346 w 12192000"/>
              <a:gd name="connsiteY92" fmla="*/ 653227 h 6858000"/>
              <a:gd name="connsiteX93" fmla="*/ 5411675 w 12192000"/>
              <a:gd name="connsiteY93" fmla="*/ 516457 h 6858000"/>
              <a:gd name="connsiteX94" fmla="*/ 5418346 w 12192000"/>
              <a:gd name="connsiteY94" fmla="*/ 496442 h 6858000"/>
              <a:gd name="connsiteX95" fmla="*/ 5380541 w 12192000"/>
              <a:gd name="connsiteY95" fmla="*/ 493106 h 6858000"/>
              <a:gd name="connsiteX96" fmla="*/ 6618125 w 12192000"/>
              <a:gd name="connsiteY96" fmla="*/ 487547 h 6858000"/>
              <a:gd name="connsiteX97" fmla="*/ 6618125 w 12192000"/>
              <a:gd name="connsiteY97" fmla="*/ 542032 h 6858000"/>
              <a:gd name="connsiteX98" fmla="*/ 6595886 w 12192000"/>
              <a:gd name="connsiteY98" fmla="*/ 542032 h 6858000"/>
              <a:gd name="connsiteX99" fmla="*/ 6595886 w 12192000"/>
              <a:gd name="connsiteY99" fmla="*/ 576503 h 6858000"/>
              <a:gd name="connsiteX100" fmla="*/ 6618125 w 12192000"/>
              <a:gd name="connsiteY100" fmla="*/ 576503 h 6858000"/>
              <a:gd name="connsiteX101" fmla="*/ 6618125 w 12192000"/>
              <a:gd name="connsiteY101" fmla="*/ 654340 h 6858000"/>
              <a:gd name="connsiteX102" fmla="*/ 6659266 w 12192000"/>
              <a:gd name="connsiteY102" fmla="*/ 686587 h 6858000"/>
              <a:gd name="connsiteX103" fmla="*/ 6690401 w 12192000"/>
              <a:gd name="connsiteY103" fmla="*/ 684363 h 6858000"/>
              <a:gd name="connsiteX104" fmla="*/ 6690401 w 12192000"/>
              <a:gd name="connsiteY104" fmla="*/ 649892 h 6858000"/>
              <a:gd name="connsiteX105" fmla="*/ 6671498 w 12192000"/>
              <a:gd name="connsiteY105" fmla="*/ 649892 h 6858000"/>
              <a:gd name="connsiteX106" fmla="*/ 6658155 w 12192000"/>
              <a:gd name="connsiteY106" fmla="*/ 639884 h 6858000"/>
              <a:gd name="connsiteX107" fmla="*/ 6658155 w 12192000"/>
              <a:gd name="connsiteY107" fmla="*/ 575391 h 6858000"/>
              <a:gd name="connsiteX108" fmla="*/ 6689289 w 12192000"/>
              <a:gd name="connsiteY108" fmla="*/ 575391 h 6858000"/>
              <a:gd name="connsiteX109" fmla="*/ 6689289 w 12192000"/>
              <a:gd name="connsiteY109" fmla="*/ 540920 h 6858000"/>
              <a:gd name="connsiteX110" fmla="*/ 6658155 w 12192000"/>
              <a:gd name="connsiteY110" fmla="*/ 540920 h 6858000"/>
              <a:gd name="connsiteX111" fmla="*/ 6658155 w 12192000"/>
              <a:gd name="connsiteY111" fmla="*/ 487547 h 6858000"/>
              <a:gd name="connsiteX112" fmla="*/ 6261194 w 12192000"/>
              <a:gd name="connsiteY112" fmla="*/ 466419 h 6858000"/>
              <a:gd name="connsiteX113" fmla="*/ 6235619 w 12192000"/>
              <a:gd name="connsiteY113" fmla="*/ 491994 h 6858000"/>
              <a:gd name="connsiteX114" fmla="*/ 6261194 w 12192000"/>
              <a:gd name="connsiteY114" fmla="*/ 517570 h 6858000"/>
              <a:gd name="connsiteX115" fmla="*/ 6286768 w 12192000"/>
              <a:gd name="connsiteY115" fmla="*/ 491994 h 6858000"/>
              <a:gd name="connsiteX116" fmla="*/ 6261194 w 12192000"/>
              <a:gd name="connsiteY116" fmla="*/ 466419 h 6858000"/>
              <a:gd name="connsiteX117" fmla="*/ 5900927 w 12192000"/>
              <a:gd name="connsiteY117" fmla="*/ 466419 h 6858000"/>
              <a:gd name="connsiteX118" fmla="*/ 5900927 w 12192000"/>
              <a:gd name="connsiteY118" fmla="*/ 683250 h 6858000"/>
              <a:gd name="connsiteX119" fmla="*/ 5940957 w 12192000"/>
              <a:gd name="connsiteY119" fmla="*/ 683250 h 6858000"/>
              <a:gd name="connsiteX120" fmla="*/ 5940957 w 12192000"/>
              <a:gd name="connsiteY120" fmla="*/ 466419 h 6858000"/>
              <a:gd name="connsiteX121" fmla="*/ 5771943 w 12192000"/>
              <a:gd name="connsiteY121" fmla="*/ 461971 h 6858000"/>
              <a:gd name="connsiteX122" fmla="*/ 5658525 w 12192000"/>
              <a:gd name="connsiteY122" fmla="*/ 574279 h 6858000"/>
              <a:gd name="connsiteX123" fmla="*/ 5771943 w 12192000"/>
              <a:gd name="connsiteY123" fmla="*/ 686587 h 6858000"/>
              <a:gd name="connsiteX124" fmla="*/ 5878689 w 12192000"/>
              <a:gd name="connsiteY124" fmla="*/ 605413 h 6858000"/>
              <a:gd name="connsiteX125" fmla="*/ 5831987 w 12192000"/>
              <a:gd name="connsiteY125" fmla="*/ 605413 h 6858000"/>
              <a:gd name="connsiteX126" fmla="*/ 5773054 w 12192000"/>
              <a:gd name="connsiteY126" fmla="*/ 646557 h 6858000"/>
              <a:gd name="connsiteX127" fmla="*/ 5705227 w 12192000"/>
              <a:gd name="connsiteY127" fmla="*/ 574279 h 6858000"/>
              <a:gd name="connsiteX128" fmla="*/ 5773054 w 12192000"/>
              <a:gd name="connsiteY128" fmla="*/ 502002 h 6858000"/>
              <a:gd name="connsiteX129" fmla="*/ 5830875 w 12192000"/>
              <a:gd name="connsiteY129" fmla="*/ 543145 h 6858000"/>
              <a:gd name="connsiteX130" fmla="*/ 5878689 w 12192000"/>
              <a:gd name="connsiteY130" fmla="*/ 543145 h 6858000"/>
              <a:gd name="connsiteX131" fmla="*/ 5771943 w 12192000"/>
              <a:gd name="connsiteY131" fmla="*/ 461971 h 6858000"/>
              <a:gd name="connsiteX132" fmla="*/ 5449482 w 12192000"/>
              <a:gd name="connsiteY132" fmla="*/ 438620 h 6858000"/>
              <a:gd name="connsiteX133" fmla="*/ 5418348 w 12192000"/>
              <a:gd name="connsiteY133" fmla="*/ 495330 h 6858000"/>
              <a:gd name="connsiteX134" fmla="*/ 5554004 w 12192000"/>
              <a:gd name="connsiteY134" fmla="*/ 574279 h 6858000"/>
              <a:gd name="connsiteX135" fmla="*/ 5587363 w 12192000"/>
              <a:gd name="connsiteY135" fmla="*/ 518681 h 6858000"/>
              <a:gd name="connsiteX136" fmla="*/ 5449482 w 12192000"/>
              <a:gd name="connsiteY136" fmla="*/ 438620 h 6858000"/>
              <a:gd name="connsiteX137" fmla="*/ 0 w 12192000"/>
              <a:gd name="connsiteY137" fmla="*/ 0 h 6858000"/>
              <a:gd name="connsiteX138" fmla="*/ 12192000 w 12192000"/>
              <a:gd name="connsiteY138" fmla="*/ 0 h 6858000"/>
              <a:gd name="connsiteX139" fmla="*/ 12192000 w 12192000"/>
              <a:gd name="connsiteY139" fmla="*/ 6858000 h 6858000"/>
              <a:gd name="connsiteX140" fmla="*/ 0 w 12192000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2192000" h="6858000">
                <a:moveTo>
                  <a:pt x="6539177" y="622093"/>
                </a:moveTo>
                <a:lnTo>
                  <a:pt x="6539177" y="632101"/>
                </a:lnTo>
                <a:cubicBezTo>
                  <a:pt x="6539177" y="649892"/>
                  <a:pt x="6523610" y="657676"/>
                  <a:pt x="6511379" y="657676"/>
                </a:cubicBezTo>
                <a:cubicBezTo>
                  <a:pt x="6499147" y="657676"/>
                  <a:pt x="6491364" y="651005"/>
                  <a:pt x="6491364" y="640997"/>
                </a:cubicBezTo>
                <a:cubicBezTo>
                  <a:pt x="6491364" y="630989"/>
                  <a:pt x="6499147" y="625429"/>
                  <a:pt x="6511379" y="625429"/>
                </a:cubicBezTo>
                <a:lnTo>
                  <a:pt x="6526946" y="625429"/>
                </a:lnTo>
                <a:cubicBezTo>
                  <a:pt x="6532505" y="625429"/>
                  <a:pt x="6536953" y="624317"/>
                  <a:pt x="6539177" y="622093"/>
                </a:cubicBezTo>
                <a:close/>
                <a:moveTo>
                  <a:pt x="6052150" y="622093"/>
                </a:moveTo>
                <a:lnTo>
                  <a:pt x="6052150" y="632101"/>
                </a:lnTo>
                <a:cubicBezTo>
                  <a:pt x="6052150" y="649892"/>
                  <a:pt x="6036582" y="657676"/>
                  <a:pt x="6024352" y="657676"/>
                </a:cubicBezTo>
                <a:cubicBezTo>
                  <a:pt x="6012120" y="657676"/>
                  <a:pt x="6004337" y="651005"/>
                  <a:pt x="6004337" y="640997"/>
                </a:cubicBezTo>
                <a:cubicBezTo>
                  <a:pt x="6004337" y="630989"/>
                  <a:pt x="6012120" y="625429"/>
                  <a:pt x="6024352" y="625429"/>
                </a:cubicBezTo>
                <a:lnTo>
                  <a:pt x="6039919" y="625429"/>
                </a:lnTo>
                <a:cubicBezTo>
                  <a:pt x="6045478" y="625429"/>
                  <a:pt x="6049926" y="624317"/>
                  <a:pt x="6052150" y="622093"/>
                </a:cubicBezTo>
                <a:close/>
                <a:moveTo>
                  <a:pt x="5555115" y="574279"/>
                </a:moveTo>
                <a:cubicBezTo>
                  <a:pt x="5520646" y="615421"/>
                  <a:pt x="5472832" y="644332"/>
                  <a:pt x="5418348" y="653229"/>
                </a:cubicBezTo>
                <a:cubicBezTo>
                  <a:pt x="5422796" y="664348"/>
                  <a:pt x="5428354" y="676579"/>
                  <a:pt x="5433915" y="687699"/>
                </a:cubicBezTo>
                <a:cubicBezTo>
                  <a:pt x="5438363" y="695482"/>
                  <a:pt x="5443922" y="703266"/>
                  <a:pt x="5449482" y="709938"/>
                </a:cubicBezTo>
                <a:cubicBezTo>
                  <a:pt x="5502855" y="696595"/>
                  <a:pt x="5550668" y="668796"/>
                  <a:pt x="5588473" y="629877"/>
                </a:cubicBezTo>
                <a:cubicBezTo>
                  <a:pt x="5579578" y="609861"/>
                  <a:pt x="5568459" y="590959"/>
                  <a:pt x="5555115" y="574279"/>
                </a:cubicBezTo>
                <a:close/>
                <a:moveTo>
                  <a:pt x="6774909" y="570943"/>
                </a:moveTo>
                <a:cubicBezTo>
                  <a:pt x="6791587" y="570943"/>
                  <a:pt x="6803819" y="582062"/>
                  <a:pt x="6806043" y="596518"/>
                </a:cubicBezTo>
                <a:lnTo>
                  <a:pt x="6742662" y="596518"/>
                </a:lnTo>
                <a:cubicBezTo>
                  <a:pt x="6745999" y="580951"/>
                  <a:pt x="6758229" y="570943"/>
                  <a:pt x="6774909" y="570943"/>
                </a:cubicBezTo>
                <a:close/>
                <a:moveTo>
                  <a:pt x="6223388" y="540921"/>
                </a:moveTo>
                <a:lnTo>
                  <a:pt x="6223388" y="575391"/>
                </a:lnTo>
                <a:lnTo>
                  <a:pt x="6243403" y="575391"/>
                </a:lnTo>
                <a:lnTo>
                  <a:pt x="6243403" y="683250"/>
                </a:lnTo>
                <a:lnTo>
                  <a:pt x="6283433" y="683250"/>
                </a:lnTo>
                <a:lnTo>
                  <a:pt x="6283433" y="540921"/>
                </a:lnTo>
                <a:close/>
                <a:moveTo>
                  <a:pt x="6297888" y="540920"/>
                </a:moveTo>
                <a:lnTo>
                  <a:pt x="6346814" y="683250"/>
                </a:lnTo>
                <a:lnTo>
                  <a:pt x="6396850" y="683250"/>
                </a:lnTo>
                <a:lnTo>
                  <a:pt x="6447999" y="540920"/>
                </a:lnTo>
                <a:lnTo>
                  <a:pt x="6405746" y="540920"/>
                </a:lnTo>
                <a:lnTo>
                  <a:pt x="6373500" y="639884"/>
                </a:lnTo>
                <a:lnTo>
                  <a:pt x="6341253" y="540920"/>
                </a:lnTo>
                <a:close/>
                <a:moveTo>
                  <a:pt x="6774909" y="538696"/>
                </a:moveTo>
                <a:cubicBezTo>
                  <a:pt x="6732655" y="538696"/>
                  <a:pt x="6701521" y="569830"/>
                  <a:pt x="6701521" y="613198"/>
                </a:cubicBezTo>
                <a:cubicBezTo>
                  <a:pt x="6701521" y="656564"/>
                  <a:pt x="6743775" y="687698"/>
                  <a:pt x="6776020" y="687698"/>
                </a:cubicBezTo>
                <a:cubicBezTo>
                  <a:pt x="6808267" y="687698"/>
                  <a:pt x="6834954" y="673242"/>
                  <a:pt x="6847184" y="643219"/>
                </a:cubicBezTo>
                <a:lnTo>
                  <a:pt x="6804931" y="638772"/>
                </a:lnTo>
                <a:cubicBezTo>
                  <a:pt x="6799372" y="647667"/>
                  <a:pt x="6793811" y="653227"/>
                  <a:pt x="6776020" y="653227"/>
                </a:cubicBezTo>
                <a:cubicBezTo>
                  <a:pt x="6758229" y="653227"/>
                  <a:pt x="6745999" y="639884"/>
                  <a:pt x="6743775" y="624317"/>
                </a:cubicBezTo>
                <a:lnTo>
                  <a:pt x="6849408" y="624317"/>
                </a:lnTo>
                <a:lnTo>
                  <a:pt x="6849408" y="623205"/>
                </a:lnTo>
                <a:cubicBezTo>
                  <a:pt x="6849408" y="564271"/>
                  <a:pt x="6817163" y="538696"/>
                  <a:pt x="6774909" y="538696"/>
                </a:cubicBezTo>
                <a:close/>
                <a:moveTo>
                  <a:pt x="6192254" y="538696"/>
                </a:moveTo>
                <a:cubicBezTo>
                  <a:pt x="6174463" y="538696"/>
                  <a:pt x="6161119" y="547591"/>
                  <a:pt x="6155559" y="563159"/>
                </a:cubicBezTo>
                <a:lnTo>
                  <a:pt x="6155559" y="540920"/>
                </a:lnTo>
                <a:lnTo>
                  <a:pt x="6116642" y="540920"/>
                </a:lnTo>
                <a:lnTo>
                  <a:pt x="6116642" y="683250"/>
                </a:lnTo>
                <a:lnTo>
                  <a:pt x="6156672" y="683250"/>
                </a:lnTo>
                <a:lnTo>
                  <a:pt x="6156672" y="615421"/>
                </a:lnTo>
                <a:cubicBezTo>
                  <a:pt x="6156672" y="590958"/>
                  <a:pt x="6166679" y="580951"/>
                  <a:pt x="6186693" y="580951"/>
                </a:cubicBezTo>
                <a:lnTo>
                  <a:pt x="6203373" y="580951"/>
                </a:lnTo>
                <a:cubicBezTo>
                  <a:pt x="6203373" y="580951"/>
                  <a:pt x="6203373" y="539808"/>
                  <a:pt x="6203373" y="539808"/>
                </a:cubicBezTo>
                <a:cubicBezTo>
                  <a:pt x="6200037" y="538696"/>
                  <a:pt x="6210045" y="538696"/>
                  <a:pt x="6192254" y="538696"/>
                </a:cubicBezTo>
                <a:close/>
                <a:moveTo>
                  <a:pt x="6519162" y="537584"/>
                </a:moveTo>
                <a:cubicBezTo>
                  <a:pt x="6484693" y="537584"/>
                  <a:pt x="6458006" y="555376"/>
                  <a:pt x="6458006" y="555376"/>
                </a:cubicBezTo>
                <a:lnTo>
                  <a:pt x="6473573" y="585399"/>
                </a:lnTo>
                <a:cubicBezTo>
                  <a:pt x="6483580" y="578727"/>
                  <a:pt x="6500260" y="572055"/>
                  <a:pt x="6515827" y="572055"/>
                </a:cubicBezTo>
                <a:cubicBezTo>
                  <a:pt x="6531394" y="572055"/>
                  <a:pt x="6539177" y="578727"/>
                  <a:pt x="6539177" y="588735"/>
                </a:cubicBezTo>
                <a:lnTo>
                  <a:pt x="6540290" y="589846"/>
                </a:lnTo>
                <a:cubicBezTo>
                  <a:pt x="6540290" y="595407"/>
                  <a:pt x="6536953" y="598742"/>
                  <a:pt x="6530282" y="598742"/>
                </a:cubicBezTo>
                <a:lnTo>
                  <a:pt x="6502484" y="598742"/>
                </a:lnTo>
                <a:cubicBezTo>
                  <a:pt x="6471349" y="598742"/>
                  <a:pt x="6451335" y="618758"/>
                  <a:pt x="6451335" y="642108"/>
                </a:cubicBezTo>
                <a:cubicBezTo>
                  <a:pt x="6451335" y="665459"/>
                  <a:pt x="6471349" y="686587"/>
                  <a:pt x="6501371" y="686587"/>
                </a:cubicBezTo>
                <a:cubicBezTo>
                  <a:pt x="6518051" y="686587"/>
                  <a:pt x="6533618" y="681026"/>
                  <a:pt x="6541401" y="669907"/>
                </a:cubicBezTo>
                <a:lnTo>
                  <a:pt x="6541401" y="683250"/>
                </a:lnTo>
                <a:lnTo>
                  <a:pt x="6581431" y="683250"/>
                </a:lnTo>
                <a:lnTo>
                  <a:pt x="6581431" y="589846"/>
                </a:lnTo>
                <a:cubicBezTo>
                  <a:pt x="6581431" y="552040"/>
                  <a:pt x="6553633" y="537584"/>
                  <a:pt x="6519162" y="537584"/>
                </a:cubicBezTo>
                <a:close/>
                <a:moveTo>
                  <a:pt x="6032135" y="537584"/>
                </a:moveTo>
                <a:cubicBezTo>
                  <a:pt x="5997665" y="537584"/>
                  <a:pt x="5970979" y="555376"/>
                  <a:pt x="5970979" y="555376"/>
                </a:cubicBezTo>
                <a:lnTo>
                  <a:pt x="5986546" y="585399"/>
                </a:lnTo>
                <a:cubicBezTo>
                  <a:pt x="5996553" y="578727"/>
                  <a:pt x="6013232" y="572055"/>
                  <a:pt x="6028800" y="572055"/>
                </a:cubicBezTo>
                <a:cubicBezTo>
                  <a:pt x="6044367" y="572055"/>
                  <a:pt x="6052150" y="578727"/>
                  <a:pt x="6052150" y="588735"/>
                </a:cubicBezTo>
                <a:lnTo>
                  <a:pt x="6053262" y="589846"/>
                </a:lnTo>
                <a:cubicBezTo>
                  <a:pt x="6053262" y="595407"/>
                  <a:pt x="6049926" y="598742"/>
                  <a:pt x="6043254" y="598742"/>
                </a:cubicBezTo>
                <a:lnTo>
                  <a:pt x="6015456" y="598742"/>
                </a:lnTo>
                <a:cubicBezTo>
                  <a:pt x="5984322" y="598742"/>
                  <a:pt x="5964307" y="618758"/>
                  <a:pt x="5964307" y="642108"/>
                </a:cubicBezTo>
                <a:cubicBezTo>
                  <a:pt x="5964307" y="665459"/>
                  <a:pt x="5984322" y="686587"/>
                  <a:pt x="6014344" y="686587"/>
                </a:cubicBezTo>
                <a:cubicBezTo>
                  <a:pt x="6031023" y="686587"/>
                  <a:pt x="6046591" y="681026"/>
                  <a:pt x="6054373" y="669907"/>
                </a:cubicBezTo>
                <a:lnTo>
                  <a:pt x="6054373" y="683250"/>
                </a:lnTo>
                <a:lnTo>
                  <a:pt x="6094404" y="683250"/>
                </a:lnTo>
                <a:lnTo>
                  <a:pt x="6094404" y="589846"/>
                </a:lnTo>
                <a:cubicBezTo>
                  <a:pt x="6094404" y="552040"/>
                  <a:pt x="6066605" y="537584"/>
                  <a:pt x="6032135" y="537584"/>
                </a:cubicBezTo>
                <a:close/>
                <a:moveTo>
                  <a:pt x="5380541" y="493106"/>
                </a:moveTo>
                <a:cubicBezTo>
                  <a:pt x="5367197" y="493106"/>
                  <a:pt x="5362750" y="493106"/>
                  <a:pt x="5353854" y="494218"/>
                </a:cubicBezTo>
                <a:cubicBezTo>
                  <a:pt x="5339399" y="545368"/>
                  <a:pt x="5338287" y="600966"/>
                  <a:pt x="5353854" y="654340"/>
                </a:cubicBezTo>
                <a:cubicBezTo>
                  <a:pt x="5362750" y="654340"/>
                  <a:pt x="5371645" y="656564"/>
                  <a:pt x="5380541" y="656564"/>
                </a:cubicBezTo>
                <a:cubicBezTo>
                  <a:pt x="5393884" y="656564"/>
                  <a:pt x="5406116" y="655451"/>
                  <a:pt x="5418346" y="653227"/>
                </a:cubicBezTo>
                <a:cubicBezTo>
                  <a:pt x="5401668" y="609861"/>
                  <a:pt x="5399444" y="562047"/>
                  <a:pt x="5411675" y="516457"/>
                </a:cubicBezTo>
                <a:cubicBezTo>
                  <a:pt x="5413899" y="509785"/>
                  <a:pt x="5416123" y="503114"/>
                  <a:pt x="5418346" y="496442"/>
                </a:cubicBezTo>
                <a:cubicBezTo>
                  <a:pt x="5406116" y="494218"/>
                  <a:pt x="5393884" y="493106"/>
                  <a:pt x="5380541" y="493106"/>
                </a:cubicBezTo>
                <a:close/>
                <a:moveTo>
                  <a:pt x="6618125" y="487547"/>
                </a:moveTo>
                <a:lnTo>
                  <a:pt x="6618125" y="542032"/>
                </a:lnTo>
                <a:lnTo>
                  <a:pt x="6595886" y="542032"/>
                </a:lnTo>
                <a:lnTo>
                  <a:pt x="6595886" y="576503"/>
                </a:lnTo>
                <a:lnTo>
                  <a:pt x="6618125" y="576503"/>
                </a:lnTo>
                <a:lnTo>
                  <a:pt x="6618125" y="654340"/>
                </a:lnTo>
                <a:cubicBezTo>
                  <a:pt x="6618125" y="683250"/>
                  <a:pt x="6639251" y="686587"/>
                  <a:pt x="6659266" y="686587"/>
                </a:cubicBezTo>
                <a:cubicBezTo>
                  <a:pt x="6670386" y="686587"/>
                  <a:pt x="6690401" y="684363"/>
                  <a:pt x="6690401" y="684363"/>
                </a:cubicBezTo>
                <a:lnTo>
                  <a:pt x="6690401" y="649892"/>
                </a:lnTo>
                <a:cubicBezTo>
                  <a:pt x="6690401" y="649892"/>
                  <a:pt x="6681505" y="649892"/>
                  <a:pt x="6671498" y="649892"/>
                </a:cubicBezTo>
                <a:cubicBezTo>
                  <a:pt x="6664827" y="649892"/>
                  <a:pt x="6658155" y="648780"/>
                  <a:pt x="6658155" y="639884"/>
                </a:cubicBezTo>
                <a:lnTo>
                  <a:pt x="6658155" y="575391"/>
                </a:lnTo>
                <a:lnTo>
                  <a:pt x="6689289" y="575391"/>
                </a:lnTo>
                <a:lnTo>
                  <a:pt x="6689289" y="540920"/>
                </a:lnTo>
                <a:lnTo>
                  <a:pt x="6658155" y="540920"/>
                </a:lnTo>
                <a:lnTo>
                  <a:pt x="6658155" y="487547"/>
                </a:lnTo>
                <a:close/>
                <a:moveTo>
                  <a:pt x="6261194" y="466419"/>
                </a:moveTo>
                <a:cubicBezTo>
                  <a:pt x="6246738" y="466419"/>
                  <a:pt x="6235619" y="477539"/>
                  <a:pt x="6235619" y="491994"/>
                </a:cubicBezTo>
                <a:cubicBezTo>
                  <a:pt x="6235619" y="506450"/>
                  <a:pt x="6246738" y="517570"/>
                  <a:pt x="6261194" y="517570"/>
                </a:cubicBezTo>
                <a:cubicBezTo>
                  <a:pt x="6275648" y="517570"/>
                  <a:pt x="6286768" y="505338"/>
                  <a:pt x="6286768" y="491994"/>
                </a:cubicBezTo>
                <a:cubicBezTo>
                  <a:pt x="6286768" y="478651"/>
                  <a:pt x="6275648" y="466419"/>
                  <a:pt x="6261194" y="466419"/>
                </a:cubicBezTo>
                <a:close/>
                <a:moveTo>
                  <a:pt x="5900927" y="466419"/>
                </a:moveTo>
                <a:lnTo>
                  <a:pt x="5900927" y="683250"/>
                </a:lnTo>
                <a:lnTo>
                  <a:pt x="5940957" y="683250"/>
                </a:lnTo>
                <a:lnTo>
                  <a:pt x="5940957" y="466419"/>
                </a:lnTo>
                <a:close/>
                <a:moveTo>
                  <a:pt x="5771943" y="461971"/>
                </a:moveTo>
                <a:cubicBezTo>
                  <a:pt x="5707450" y="461971"/>
                  <a:pt x="5658525" y="508674"/>
                  <a:pt x="5658525" y="574279"/>
                </a:cubicBezTo>
                <a:cubicBezTo>
                  <a:pt x="5658525" y="639884"/>
                  <a:pt x="5723017" y="686587"/>
                  <a:pt x="5771943" y="686587"/>
                </a:cubicBezTo>
                <a:cubicBezTo>
                  <a:pt x="5820868" y="686587"/>
                  <a:pt x="5866457" y="656564"/>
                  <a:pt x="5878689" y="605413"/>
                </a:cubicBezTo>
                <a:lnTo>
                  <a:pt x="5831987" y="605413"/>
                </a:lnTo>
                <a:cubicBezTo>
                  <a:pt x="5824203" y="630989"/>
                  <a:pt x="5801964" y="646557"/>
                  <a:pt x="5773054" y="646557"/>
                </a:cubicBezTo>
                <a:cubicBezTo>
                  <a:pt x="5731913" y="646557"/>
                  <a:pt x="5705227" y="615421"/>
                  <a:pt x="5705227" y="574279"/>
                </a:cubicBezTo>
                <a:cubicBezTo>
                  <a:pt x="5705227" y="533137"/>
                  <a:pt x="5731913" y="502002"/>
                  <a:pt x="5773054" y="502002"/>
                </a:cubicBezTo>
                <a:cubicBezTo>
                  <a:pt x="5800853" y="502002"/>
                  <a:pt x="5823092" y="517570"/>
                  <a:pt x="5830875" y="543145"/>
                </a:cubicBezTo>
                <a:lnTo>
                  <a:pt x="5878689" y="543145"/>
                </a:lnTo>
                <a:cubicBezTo>
                  <a:pt x="5865345" y="491994"/>
                  <a:pt x="5836435" y="461971"/>
                  <a:pt x="5771943" y="461971"/>
                </a:cubicBezTo>
                <a:close/>
                <a:moveTo>
                  <a:pt x="5449482" y="438620"/>
                </a:moveTo>
                <a:cubicBezTo>
                  <a:pt x="5436139" y="456411"/>
                  <a:pt x="5426131" y="475315"/>
                  <a:pt x="5418348" y="495330"/>
                </a:cubicBezTo>
                <a:cubicBezTo>
                  <a:pt x="5472832" y="504225"/>
                  <a:pt x="5520646" y="533137"/>
                  <a:pt x="5554004" y="574279"/>
                </a:cubicBezTo>
                <a:cubicBezTo>
                  <a:pt x="5567347" y="557599"/>
                  <a:pt x="5579578" y="538696"/>
                  <a:pt x="5587363" y="518681"/>
                </a:cubicBezTo>
                <a:cubicBezTo>
                  <a:pt x="5550668" y="480875"/>
                  <a:pt x="5502855" y="451963"/>
                  <a:pt x="5449482" y="43862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to insert dark background image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C9E0084-1BBE-803B-F4D4-530F7FD57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5" y="2130266"/>
            <a:ext cx="9505950" cy="2169113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5400" spc="-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Two or three</a:t>
            </a:r>
            <a:br>
              <a:rPr lang="en-US" dirty="0"/>
            </a:br>
            <a:r>
              <a:rPr lang="en-US" dirty="0"/>
              <a:t>line title here</a:t>
            </a:r>
            <a:br>
              <a:rPr lang="en-US" dirty="0"/>
            </a:br>
            <a:r>
              <a:rPr lang="en-US" dirty="0"/>
              <a:t>lorem ipsum dolor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24E2F64-1CF9-ED20-65FE-D01EF624EA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25" y="4383735"/>
            <a:ext cx="9505949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14D21C6-BDDC-DA63-C8CD-AE44CF6E3F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4113" y="6312625"/>
            <a:ext cx="7343775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90000"/>
              </a:lnSpc>
              <a:buNone/>
              <a:defRPr sz="16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Forename Surname  |  Month 00, 0000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011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- 1 line only -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56F40D-311F-9DAF-7722-E26A0EE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" y="1012"/>
            <a:ext cx="12188400" cy="6855975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9B1E7E56-BB61-F595-D102-91046074E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5" y="2708275"/>
            <a:ext cx="9505949" cy="890589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5400" spc="-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D</a:t>
            </a:r>
            <a:r>
              <a:rPr lang="en-US" dirty="0"/>
              <a:t>ark pattern one line title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132D823-FAB6-8942-115E-ECA384A8E0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79" y="3683220"/>
            <a:ext cx="9502339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9C182B8-C7DD-EE7B-F51B-FA5E11F3C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7332" y="6313233"/>
            <a:ext cx="2532586" cy="177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lnSpc>
                <a:spcPct val="9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Forename Surname</a:t>
            </a:r>
            <a:endParaRPr lang="en-GB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C38E137-2FCE-14E8-AECF-571F9A547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3610" y="6312625"/>
            <a:ext cx="2542116" cy="177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Month 00, 0000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46115-27C9-1632-4193-41871681C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2400" y="6291099"/>
            <a:ext cx="7200" cy="2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**COMPOUND SHAPE CUT OUT**">
            <a:extLst>
              <a:ext uri="{FF2B5EF4-FFF2-40B4-BE49-F238E27FC236}">
                <a16:creationId xmlns:a16="http://schemas.microsoft.com/office/drawing/2014/main" id="{28E66939-87EE-8073-87BF-F183492695D2}"/>
              </a:ext>
            </a:extLst>
          </p:cNvPr>
          <p:cNvSpPr/>
          <p:nvPr userDrawn="1"/>
        </p:nvSpPr>
        <p:spPr>
          <a:xfrm>
            <a:off x="5342592" y="438620"/>
            <a:ext cx="1506816" cy="271318"/>
          </a:xfrm>
          <a:custGeom>
            <a:avLst/>
            <a:gdLst>
              <a:gd name="connsiteX0" fmla="*/ 1025010 w 1290758"/>
              <a:gd name="connsiteY0" fmla="*/ 157165 h 232414"/>
              <a:gd name="connsiteX1" fmla="*/ 1014533 w 1290758"/>
              <a:gd name="connsiteY1" fmla="*/ 160023 h 232414"/>
              <a:gd name="connsiteX2" fmla="*/ 1001198 w 1290758"/>
              <a:gd name="connsiteY2" fmla="*/ 160023 h 232414"/>
              <a:gd name="connsiteX3" fmla="*/ 984053 w 1290758"/>
              <a:gd name="connsiteY3" fmla="*/ 173358 h 232414"/>
              <a:gd name="connsiteX4" fmla="*/ 1001198 w 1290758"/>
              <a:gd name="connsiteY4" fmla="*/ 187646 h 232414"/>
              <a:gd name="connsiteX5" fmla="*/ 1025010 w 1290758"/>
              <a:gd name="connsiteY5" fmla="*/ 165738 h 232414"/>
              <a:gd name="connsiteX6" fmla="*/ 607816 w 1290758"/>
              <a:gd name="connsiteY6" fmla="*/ 157165 h 232414"/>
              <a:gd name="connsiteX7" fmla="*/ 597339 w 1290758"/>
              <a:gd name="connsiteY7" fmla="*/ 160023 h 232414"/>
              <a:gd name="connsiteX8" fmla="*/ 584004 w 1290758"/>
              <a:gd name="connsiteY8" fmla="*/ 160023 h 232414"/>
              <a:gd name="connsiteX9" fmla="*/ 566859 w 1290758"/>
              <a:gd name="connsiteY9" fmla="*/ 173358 h 232414"/>
              <a:gd name="connsiteX10" fmla="*/ 584004 w 1290758"/>
              <a:gd name="connsiteY10" fmla="*/ 187646 h 232414"/>
              <a:gd name="connsiteX11" fmla="*/ 607816 w 1290758"/>
              <a:gd name="connsiteY11" fmla="*/ 165738 h 232414"/>
              <a:gd name="connsiteX12" fmla="*/ 182050 w 1290758"/>
              <a:gd name="connsiteY12" fmla="*/ 116207 h 232414"/>
              <a:gd name="connsiteX13" fmla="*/ 210625 w 1290758"/>
              <a:gd name="connsiteY13" fmla="*/ 163833 h 232414"/>
              <a:gd name="connsiteX14" fmla="*/ 91563 w 1290758"/>
              <a:gd name="connsiteY14" fmla="*/ 232414 h 232414"/>
              <a:gd name="connsiteX15" fmla="*/ 78228 w 1290758"/>
              <a:gd name="connsiteY15" fmla="*/ 213364 h 232414"/>
              <a:gd name="connsiteX16" fmla="*/ 64893 w 1290758"/>
              <a:gd name="connsiteY16" fmla="*/ 183836 h 232414"/>
              <a:gd name="connsiteX17" fmla="*/ 182050 w 1290758"/>
              <a:gd name="connsiteY17" fmla="*/ 116207 h 232414"/>
              <a:gd name="connsiteX18" fmla="*/ 1226941 w 1290758"/>
              <a:gd name="connsiteY18" fmla="*/ 113349 h 232414"/>
              <a:gd name="connsiteX19" fmla="*/ 1199318 w 1290758"/>
              <a:gd name="connsiteY19" fmla="*/ 135257 h 232414"/>
              <a:gd name="connsiteX20" fmla="*/ 1253611 w 1290758"/>
              <a:gd name="connsiteY20" fmla="*/ 135257 h 232414"/>
              <a:gd name="connsiteX21" fmla="*/ 1226941 w 1290758"/>
              <a:gd name="connsiteY21" fmla="*/ 113349 h 232414"/>
              <a:gd name="connsiteX22" fmla="*/ 754501 w 1290758"/>
              <a:gd name="connsiteY22" fmla="*/ 87632 h 232414"/>
              <a:gd name="connsiteX23" fmla="*/ 805936 w 1290758"/>
              <a:gd name="connsiteY23" fmla="*/ 87632 h 232414"/>
              <a:gd name="connsiteX24" fmla="*/ 805936 w 1290758"/>
              <a:gd name="connsiteY24" fmla="*/ 209553 h 232414"/>
              <a:gd name="connsiteX25" fmla="*/ 771646 w 1290758"/>
              <a:gd name="connsiteY25" fmla="*/ 209553 h 232414"/>
              <a:gd name="connsiteX26" fmla="*/ 771646 w 1290758"/>
              <a:gd name="connsiteY26" fmla="*/ 117159 h 232414"/>
              <a:gd name="connsiteX27" fmla="*/ 754501 w 1290758"/>
              <a:gd name="connsiteY27" fmla="*/ 117159 h 232414"/>
              <a:gd name="connsiteX28" fmla="*/ 818319 w 1290758"/>
              <a:gd name="connsiteY28" fmla="*/ 87631 h 232414"/>
              <a:gd name="connsiteX29" fmla="*/ 855466 w 1290758"/>
              <a:gd name="connsiteY29" fmla="*/ 87631 h 232414"/>
              <a:gd name="connsiteX30" fmla="*/ 883089 w 1290758"/>
              <a:gd name="connsiteY30" fmla="*/ 172405 h 232414"/>
              <a:gd name="connsiteX31" fmla="*/ 910711 w 1290758"/>
              <a:gd name="connsiteY31" fmla="*/ 87631 h 232414"/>
              <a:gd name="connsiteX32" fmla="*/ 946906 w 1290758"/>
              <a:gd name="connsiteY32" fmla="*/ 87631 h 232414"/>
              <a:gd name="connsiteX33" fmla="*/ 903091 w 1290758"/>
              <a:gd name="connsiteY33" fmla="*/ 209553 h 232414"/>
              <a:gd name="connsiteX34" fmla="*/ 860229 w 1290758"/>
              <a:gd name="connsiteY34" fmla="*/ 209553 h 232414"/>
              <a:gd name="connsiteX35" fmla="*/ 1226941 w 1290758"/>
              <a:gd name="connsiteY35" fmla="*/ 85726 h 232414"/>
              <a:gd name="connsiteX36" fmla="*/ 1290758 w 1290758"/>
              <a:gd name="connsiteY36" fmla="*/ 158117 h 232414"/>
              <a:gd name="connsiteX37" fmla="*/ 1290758 w 1290758"/>
              <a:gd name="connsiteY37" fmla="*/ 159070 h 232414"/>
              <a:gd name="connsiteX38" fmla="*/ 1200271 w 1290758"/>
              <a:gd name="connsiteY38" fmla="*/ 159070 h 232414"/>
              <a:gd name="connsiteX39" fmla="*/ 1227893 w 1290758"/>
              <a:gd name="connsiteY39" fmla="*/ 183835 h 232414"/>
              <a:gd name="connsiteX40" fmla="*/ 1252658 w 1290758"/>
              <a:gd name="connsiteY40" fmla="*/ 171452 h 232414"/>
              <a:gd name="connsiteX41" fmla="*/ 1288853 w 1290758"/>
              <a:gd name="connsiteY41" fmla="*/ 175262 h 232414"/>
              <a:gd name="connsiteX42" fmla="*/ 1227893 w 1290758"/>
              <a:gd name="connsiteY42" fmla="*/ 213363 h 232414"/>
              <a:gd name="connsiteX43" fmla="*/ 1164076 w 1290758"/>
              <a:gd name="connsiteY43" fmla="*/ 149545 h 232414"/>
              <a:gd name="connsiteX44" fmla="*/ 1226941 w 1290758"/>
              <a:gd name="connsiteY44" fmla="*/ 85726 h 232414"/>
              <a:gd name="connsiteX45" fmla="*/ 727831 w 1290758"/>
              <a:gd name="connsiteY45" fmla="*/ 85726 h 232414"/>
              <a:gd name="connsiteX46" fmla="*/ 737356 w 1290758"/>
              <a:gd name="connsiteY46" fmla="*/ 86679 h 232414"/>
              <a:gd name="connsiteX47" fmla="*/ 737356 w 1290758"/>
              <a:gd name="connsiteY47" fmla="*/ 121922 h 232414"/>
              <a:gd name="connsiteX48" fmla="*/ 723068 w 1290758"/>
              <a:gd name="connsiteY48" fmla="*/ 121922 h 232414"/>
              <a:gd name="connsiteX49" fmla="*/ 697351 w 1290758"/>
              <a:gd name="connsiteY49" fmla="*/ 151450 h 232414"/>
              <a:gd name="connsiteX50" fmla="*/ 697351 w 1290758"/>
              <a:gd name="connsiteY50" fmla="*/ 209553 h 232414"/>
              <a:gd name="connsiteX51" fmla="*/ 663061 w 1290758"/>
              <a:gd name="connsiteY51" fmla="*/ 209553 h 232414"/>
              <a:gd name="connsiteX52" fmla="*/ 663061 w 1290758"/>
              <a:gd name="connsiteY52" fmla="*/ 87631 h 232414"/>
              <a:gd name="connsiteX53" fmla="*/ 696398 w 1290758"/>
              <a:gd name="connsiteY53" fmla="*/ 87631 h 232414"/>
              <a:gd name="connsiteX54" fmla="*/ 696398 w 1290758"/>
              <a:gd name="connsiteY54" fmla="*/ 106681 h 232414"/>
              <a:gd name="connsiteX55" fmla="*/ 727831 w 1290758"/>
              <a:gd name="connsiteY55" fmla="*/ 85726 h 232414"/>
              <a:gd name="connsiteX56" fmla="*/ 1007865 w 1290758"/>
              <a:gd name="connsiteY56" fmla="*/ 84774 h 232414"/>
              <a:gd name="connsiteX57" fmla="*/ 1061205 w 1290758"/>
              <a:gd name="connsiteY57" fmla="*/ 129542 h 232414"/>
              <a:gd name="connsiteX58" fmla="*/ 1061205 w 1290758"/>
              <a:gd name="connsiteY58" fmla="*/ 209553 h 232414"/>
              <a:gd name="connsiteX59" fmla="*/ 1026915 w 1290758"/>
              <a:gd name="connsiteY59" fmla="*/ 209553 h 232414"/>
              <a:gd name="connsiteX60" fmla="*/ 1026915 w 1290758"/>
              <a:gd name="connsiteY60" fmla="*/ 198123 h 232414"/>
              <a:gd name="connsiteX61" fmla="*/ 992625 w 1290758"/>
              <a:gd name="connsiteY61" fmla="*/ 212411 h 232414"/>
              <a:gd name="connsiteX62" fmla="*/ 949763 w 1290758"/>
              <a:gd name="connsiteY62" fmla="*/ 174310 h 232414"/>
              <a:gd name="connsiteX63" fmla="*/ 993578 w 1290758"/>
              <a:gd name="connsiteY63" fmla="*/ 137162 h 232414"/>
              <a:gd name="connsiteX64" fmla="*/ 1017390 w 1290758"/>
              <a:gd name="connsiteY64" fmla="*/ 137162 h 232414"/>
              <a:gd name="connsiteX65" fmla="*/ 1025963 w 1290758"/>
              <a:gd name="connsiteY65" fmla="*/ 129542 h 232414"/>
              <a:gd name="connsiteX66" fmla="*/ 1025010 w 1290758"/>
              <a:gd name="connsiteY66" fmla="*/ 128590 h 232414"/>
              <a:gd name="connsiteX67" fmla="*/ 1005008 w 1290758"/>
              <a:gd name="connsiteY67" fmla="*/ 114302 h 232414"/>
              <a:gd name="connsiteX68" fmla="*/ 968813 w 1290758"/>
              <a:gd name="connsiteY68" fmla="*/ 125732 h 232414"/>
              <a:gd name="connsiteX69" fmla="*/ 955478 w 1290758"/>
              <a:gd name="connsiteY69" fmla="*/ 100014 h 232414"/>
              <a:gd name="connsiteX70" fmla="*/ 1007865 w 1290758"/>
              <a:gd name="connsiteY70" fmla="*/ 84774 h 232414"/>
              <a:gd name="connsiteX71" fmla="*/ 590671 w 1290758"/>
              <a:gd name="connsiteY71" fmla="*/ 84774 h 232414"/>
              <a:gd name="connsiteX72" fmla="*/ 644011 w 1290758"/>
              <a:gd name="connsiteY72" fmla="*/ 129542 h 232414"/>
              <a:gd name="connsiteX73" fmla="*/ 644011 w 1290758"/>
              <a:gd name="connsiteY73" fmla="*/ 209553 h 232414"/>
              <a:gd name="connsiteX74" fmla="*/ 609721 w 1290758"/>
              <a:gd name="connsiteY74" fmla="*/ 209553 h 232414"/>
              <a:gd name="connsiteX75" fmla="*/ 609721 w 1290758"/>
              <a:gd name="connsiteY75" fmla="*/ 198123 h 232414"/>
              <a:gd name="connsiteX76" fmla="*/ 575431 w 1290758"/>
              <a:gd name="connsiteY76" fmla="*/ 212411 h 232414"/>
              <a:gd name="connsiteX77" fmla="*/ 532569 w 1290758"/>
              <a:gd name="connsiteY77" fmla="*/ 174310 h 232414"/>
              <a:gd name="connsiteX78" fmla="*/ 576384 w 1290758"/>
              <a:gd name="connsiteY78" fmla="*/ 137162 h 232414"/>
              <a:gd name="connsiteX79" fmla="*/ 600196 w 1290758"/>
              <a:gd name="connsiteY79" fmla="*/ 137162 h 232414"/>
              <a:gd name="connsiteX80" fmla="*/ 608769 w 1290758"/>
              <a:gd name="connsiteY80" fmla="*/ 129542 h 232414"/>
              <a:gd name="connsiteX81" fmla="*/ 607816 w 1290758"/>
              <a:gd name="connsiteY81" fmla="*/ 128590 h 232414"/>
              <a:gd name="connsiteX82" fmla="*/ 587814 w 1290758"/>
              <a:gd name="connsiteY82" fmla="*/ 114302 h 232414"/>
              <a:gd name="connsiteX83" fmla="*/ 551619 w 1290758"/>
              <a:gd name="connsiteY83" fmla="*/ 125732 h 232414"/>
              <a:gd name="connsiteX84" fmla="*/ 538284 w 1290758"/>
              <a:gd name="connsiteY84" fmla="*/ 100014 h 232414"/>
              <a:gd name="connsiteX85" fmla="*/ 590671 w 1290758"/>
              <a:gd name="connsiteY85" fmla="*/ 84774 h 232414"/>
              <a:gd name="connsiteX86" fmla="*/ 32507 w 1290758"/>
              <a:gd name="connsiteY86" fmla="*/ 46673 h 232414"/>
              <a:gd name="connsiteX87" fmla="*/ 64892 w 1290758"/>
              <a:gd name="connsiteY87" fmla="*/ 49531 h 232414"/>
              <a:gd name="connsiteX88" fmla="*/ 59177 w 1290758"/>
              <a:gd name="connsiteY88" fmla="*/ 66676 h 232414"/>
              <a:gd name="connsiteX89" fmla="*/ 64892 w 1290758"/>
              <a:gd name="connsiteY89" fmla="*/ 183835 h 232414"/>
              <a:gd name="connsiteX90" fmla="*/ 32507 w 1290758"/>
              <a:gd name="connsiteY90" fmla="*/ 186693 h 232414"/>
              <a:gd name="connsiteX91" fmla="*/ 9647 w 1290758"/>
              <a:gd name="connsiteY91" fmla="*/ 184788 h 232414"/>
              <a:gd name="connsiteX92" fmla="*/ 9647 w 1290758"/>
              <a:gd name="connsiteY92" fmla="*/ 47626 h 232414"/>
              <a:gd name="connsiteX93" fmla="*/ 32507 w 1290758"/>
              <a:gd name="connsiteY93" fmla="*/ 46673 h 232414"/>
              <a:gd name="connsiteX94" fmla="*/ 1092638 w 1290758"/>
              <a:gd name="connsiteY94" fmla="*/ 41911 h 232414"/>
              <a:gd name="connsiteX95" fmla="*/ 1126928 w 1290758"/>
              <a:gd name="connsiteY95" fmla="*/ 41911 h 232414"/>
              <a:gd name="connsiteX96" fmla="*/ 1126928 w 1290758"/>
              <a:gd name="connsiteY96" fmla="*/ 87631 h 232414"/>
              <a:gd name="connsiteX97" fmla="*/ 1153598 w 1290758"/>
              <a:gd name="connsiteY97" fmla="*/ 87631 h 232414"/>
              <a:gd name="connsiteX98" fmla="*/ 1153598 w 1290758"/>
              <a:gd name="connsiteY98" fmla="*/ 117159 h 232414"/>
              <a:gd name="connsiteX99" fmla="*/ 1126928 w 1290758"/>
              <a:gd name="connsiteY99" fmla="*/ 117159 h 232414"/>
              <a:gd name="connsiteX100" fmla="*/ 1126928 w 1290758"/>
              <a:gd name="connsiteY100" fmla="*/ 172405 h 232414"/>
              <a:gd name="connsiteX101" fmla="*/ 1138358 w 1290758"/>
              <a:gd name="connsiteY101" fmla="*/ 180978 h 232414"/>
              <a:gd name="connsiteX102" fmla="*/ 1154550 w 1290758"/>
              <a:gd name="connsiteY102" fmla="*/ 180978 h 232414"/>
              <a:gd name="connsiteX103" fmla="*/ 1154550 w 1290758"/>
              <a:gd name="connsiteY103" fmla="*/ 210506 h 232414"/>
              <a:gd name="connsiteX104" fmla="*/ 1127880 w 1290758"/>
              <a:gd name="connsiteY104" fmla="*/ 212411 h 232414"/>
              <a:gd name="connsiteX105" fmla="*/ 1092638 w 1290758"/>
              <a:gd name="connsiteY105" fmla="*/ 184788 h 232414"/>
              <a:gd name="connsiteX106" fmla="*/ 1092638 w 1290758"/>
              <a:gd name="connsiteY106" fmla="*/ 118112 h 232414"/>
              <a:gd name="connsiteX107" fmla="*/ 1073588 w 1290758"/>
              <a:gd name="connsiteY107" fmla="*/ 118112 h 232414"/>
              <a:gd name="connsiteX108" fmla="*/ 1073588 w 1290758"/>
              <a:gd name="connsiteY108" fmla="*/ 88584 h 232414"/>
              <a:gd name="connsiteX109" fmla="*/ 1092638 w 1290758"/>
              <a:gd name="connsiteY109" fmla="*/ 88584 h 232414"/>
              <a:gd name="connsiteX110" fmla="*/ 786886 w 1290758"/>
              <a:gd name="connsiteY110" fmla="*/ 23813 h 232414"/>
              <a:gd name="connsiteX111" fmla="*/ 808793 w 1290758"/>
              <a:gd name="connsiteY111" fmla="*/ 45721 h 232414"/>
              <a:gd name="connsiteX112" fmla="*/ 786886 w 1290758"/>
              <a:gd name="connsiteY112" fmla="*/ 67629 h 232414"/>
              <a:gd name="connsiteX113" fmla="*/ 764978 w 1290758"/>
              <a:gd name="connsiteY113" fmla="*/ 45721 h 232414"/>
              <a:gd name="connsiteX114" fmla="*/ 786886 w 1290758"/>
              <a:gd name="connsiteY114" fmla="*/ 23813 h 232414"/>
              <a:gd name="connsiteX115" fmla="*/ 478277 w 1290758"/>
              <a:gd name="connsiteY115" fmla="*/ 23813 h 232414"/>
              <a:gd name="connsiteX116" fmla="*/ 512567 w 1290758"/>
              <a:gd name="connsiteY116" fmla="*/ 23813 h 232414"/>
              <a:gd name="connsiteX117" fmla="*/ 512567 w 1290758"/>
              <a:gd name="connsiteY117" fmla="*/ 209553 h 232414"/>
              <a:gd name="connsiteX118" fmla="*/ 478277 w 1290758"/>
              <a:gd name="connsiteY118" fmla="*/ 209553 h 232414"/>
              <a:gd name="connsiteX119" fmla="*/ 367787 w 1290758"/>
              <a:gd name="connsiteY119" fmla="*/ 20003 h 232414"/>
              <a:gd name="connsiteX120" fmla="*/ 459227 w 1290758"/>
              <a:gd name="connsiteY120" fmla="*/ 89537 h 232414"/>
              <a:gd name="connsiteX121" fmla="*/ 418269 w 1290758"/>
              <a:gd name="connsiteY121" fmla="*/ 89537 h 232414"/>
              <a:gd name="connsiteX122" fmla="*/ 368739 w 1290758"/>
              <a:gd name="connsiteY122" fmla="*/ 54294 h 232414"/>
              <a:gd name="connsiteX123" fmla="*/ 310637 w 1290758"/>
              <a:gd name="connsiteY123" fmla="*/ 116207 h 232414"/>
              <a:gd name="connsiteX124" fmla="*/ 368739 w 1290758"/>
              <a:gd name="connsiteY124" fmla="*/ 178121 h 232414"/>
              <a:gd name="connsiteX125" fmla="*/ 419222 w 1290758"/>
              <a:gd name="connsiteY125" fmla="*/ 142877 h 232414"/>
              <a:gd name="connsiteX126" fmla="*/ 459227 w 1290758"/>
              <a:gd name="connsiteY126" fmla="*/ 142877 h 232414"/>
              <a:gd name="connsiteX127" fmla="*/ 367787 w 1290758"/>
              <a:gd name="connsiteY127" fmla="*/ 212411 h 232414"/>
              <a:gd name="connsiteX128" fmla="*/ 270632 w 1290758"/>
              <a:gd name="connsiteY128" fmla="*/ 116207 h 232414"/>
              <a:gd name="connsiteX129" fmla="*/ 367787 w 1290758"/>
              <a:gd name="connsiteY129" fmla="*/ 20003 h 232414"/>
              <a:gd name="connsiteX130" fmla="*/ 91563 w 1290758"/>
              <a:gd name="connsiteY130" fmla="*/ 0 h 232414"/>
              <a:gd name="connsiteX131" fmla="*/ 209673 w 1290758"/>
              <a:gd name="connsiteY131" fmla="*/ 68581 h 232414"/>
              <a:gd name="connsiteX132" fmla="*/ 181098 w 1290758"/>
              <a:gd name="connsiteY132" fmla="*/ 116207 h 232414"/>
              <a:gd name="connsiteX133" fmla="*/ 64893 w 1290758"/>
              <a:gd name="connsiteY133" fmla="*/ 48578 h 232414"/>
              <a:gd name="connsiteX134" fmla="*/ 91563 w 1290758"/>
              <a:gd name="connsiteY134" fmla="*/ 0 h 23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290758" h="232414">
                <a:moveTo>
                  <a:pt x="1025010" y="157165"/>
                </a:moveTo>
                <a:cubicBezTo>
                  <a:pt x="1023105" y="159070"/>
                  <a:pt x="1019295" y="160023"/>
                  <a:pt x="1014533" y="160023"/>
                </a:cubicBezTo>
                <a:lnTo>
                  <a:pt x="1001198" y="160023"/>
                </a:lnTo>
                <a:cubicBezTo>
                  <a:pt x="990720" y="160023"/>
                  <a:pt x="984053" y="164785"/>
                  <a:pt x="984053" y="173358"/>
                </a:cubicBezTo>
                <a:cubicBezTo>
                  <a:pt x="984053" y="181931"/>
                  <a:pt x="990720" y="187646"/>
                  <a:pt x="1001198" y="187646"/>
                </a:cubicBezTo>
                <a:cubicBezTo>
                  <a:pt x="1011675" y="187646"/>
                  <a:pt x="1025010" y="180978"/>
                  <a:pt x="1025010" y="165738"/>
                </a:cubicBezTo>
                <a:close/>
                <a:moveTo>
                  <a:pt x="607816" y="157165"/>
                </a:moveTo>
                <a:cubicBezTo>
                  <a:pt x="605911" y="159070"/>
                  <a:pt x="602101" y="160023"/>
                  <a:pt x="597339" y="160023"/>
                </a:cubicBezTo>
                <a:lnTo>
                  <a:pt x="584004" y="160023"/>
                </a:lnTo>
                <a:cubicBezTo>
                  <a:pt x="573526" y="160023"/>
                  <a:pt x="566859" y="164785"/>
                  <a:pt x="566859" y="173358"/>
                </a:cubicBezTo>
                <a:cubicBezTo>
                  <a:pt x="566859" y="181931"/>
                  <a:pt x="573526" y="187646"/>
                  <a:pt x="584004" y="187646"/>
                </a:cubicBezTo>
                <a:cubicBezTo>
                  <a:pt x="594481" y="187646"/>
                  <a:pt x="607816" y="180978"/>
                  <a:pt x="607816" y="165738"/>
                </a:cubicBezTo>
                <a:close/>
                <a:moveTo>
                  <a:pt x="182050" y="116207"/>
                </a:moveTo>
                <a:cubicBezTo>
                  <a:pt x="193480" y="130495"/>
                  <a:pt x="203005" y="146687"/>
                  <a:pt x="210625" y="163833"/>
                </a:cubicBezTo>
                <a:cubicBezTo>
                  <a:pt x="178240" y="197171"/>
                  <a:pt x="137283" y="220984"/>
                  <a:pt x="91563" y="232414"/>
                </a:cubicBezTo>
                <a:cubicBezTo>
                  <a:pt x="86800" y="226699"/>
                  <a:pt x="82038" y="220031"/>
                  <a:pt x="78228" y="213364"/>
                </a:cubicBezTo>
                <a:cubicBezTo>
                  <a:pt x="73465" y="203838"/>
                  <a:pt x="68703" y="193361"/>
                  <a:pt x="64893" y="183836"/>
                </a:cubicBezTo>
                <a:cubicBezTo>
                  <a:pt x="111565" y="176215"/>
                  <a:pt x="152523" y="151450"/>
                  <a:pt x="182050" y="116207"/>
                </a:cubicBezTo>
                <a:close/>
                <a:moveTo>
                  <a:pt x="1226941" y="113349"/>
                </a:moveTo>
                <a:cubicBezTo>
                  <a:pt x="1212653" y="113349"/>
                  <a:pt x="1202176" y="121922"/>
                  <a:pt x="1199318" y="135257"/>
                </a:cubicBezTo>
                <a:lnTo>
                  <a:pt x="1253611" y="135257"/>
                </a:lnTo>
                <a:cubicBezTo>
                  <a:pt x="1251706" y="122874"/>
                  <a:pt x="1241228" y="113349"/>
                  <a:pt x="1226941" y="113349"/>
                </a:cubicBezTo>
                <a:close/>
                <a:moveTo>
                  <a:pt x="754501" y="87632"/>
                </a:moveTo>
                <a:lnTo>
                  <a:pt x="805936" y="87632"/>
                </a:lnTo>
                <a:lnTo>
                  <a:pt x="805936" y="209553"/>
                </a:lnTo>
                <a:lnTo>
                  <a:pt x="771646" y="209553"/>
                </a:lnTo>
                <a:lnTo>
                  <a:pt x="771646" y="117159"/>
                </a:lnTo>
                <a:lnTo>
                  <a:pt x="754501" y="117159"/>
                </a:lnTo>
                <a:close/>
                <a:moveTo>
                  <a:pt x="818319" y="87631"/>
                </a:moveTo>
                <a:lnTo>
                  <a:pt x="855466" y="87631"/>
                </a:lnTo>
                <a:lnTo>
                  <a:pt x="883089" y="172405"/>
                </a:lnTo>
                <a:lnTo>
                  <a:pt x="910711" y="87631"/>
                </a:lnTo>
                <a:lnTo>
                  <a:pt x="946906" y="87631"/>
                </a:lnTo>
                <a:lnTo>
                  <a:pt x="903091" y="209553"/>
                </a:lnTo>
                <a:lnTo>
                  <a:pt x="860229" y="209553"/>
                </a:lnTo>
                <a:close/>
                <a:moveTo>
                  <a:pt x="1226941" y="85726"/>
                </a:moveTo>
                <a:cubicBezTo>
                  <a:pt x="1263136" y="85726"/>
                  <a:pt x="1290758" y="107634"/>
                  <a:pt x="1290758" y="158117"/>
                </a:cubicBezTo>
                <a:lnTo>
                  <a:pt x="1290758" y="159070"/>
                </a:lnTo>
                <a:lnTo>
                  <a:pt x="1200271" y="159070"/>
                </a:lnTo>
                <a:cubicBezTo>
                  <a:pt x="1202176" y="172405"/>
                  <a:pt x="1212653" y="183835"/>
                  <a:pt x="1227893" y="183835"/>
                </a:cubicBezTo>
                <a:cubicBezTo>
                  <a:pt x="1243133" y="183835"/>
                  <a:pt x="1247896" y="179072"/>
                  <a:pt x="1252658" y="171452"/>
                </a:cubicBezTo>
                <a:lnTo>
                  <a:pt x="1288853" y="175262"/>
                </a:lnTo>
                <a:cubicBezTo>
                  <a:pt x="1278376" y="200980"/>
                  <a:pt x="1255516" y="213363"/>
                  <a:pt x="1227893" y="213363"/>
                </a:cubicBezTo>
                <a:cubicBezTo>
                  <a:pt x="1200271" y="213363"/>
                  <a:pt x="1164076" y="186693"/>
                  <a:pt x="1164076" y="149545"/>
                </a:cubicBezTo>
                <a:cubicBezTo>
                  <a:pt x="1164076" y="112396"/>
                  <a:pt x="1190746" y="85726"/>
                  <a:pt x="1226941" y="85726"/>
                </a:cubicBezTo>
                <a:close/>
                <a:moveTo>
                  <a:pt x="727831" y="85726"/>
                </a:moveTo>
                <a:cubicBezTo>
                  <a:pt x="743071" y="85726"/>
                  <a:pt x="734498" y="85726"/>
                  <a:pt x="737356" y="86679"/>
                </a:cubicBezTo>
                <a:cubicBezTo>
                  <a:pt x="737356" y="86679"/>
                  <a:pt x="737356" y="121922"/>
                  <a:pt x="737356" y="121922"/>
                </a:cubicBezTo>
                <a:lnTo>
                  <a:pt x="723068" y="121922"/>
                </a:lnTo>
                <a:cubicBezTo>
                  <a:pt x="705923" y="121922"/>
                  <a:pt x="697351" y="130494"/>
                  <a:pt x="697351" y="151450"/>
                </a:cubicBezTo>
                <a:lnTo>
                  <a:pt x="697351" y="209553"/>
                </a:lnTo>
                <a:lnTo>
                  <a:pt x="663061" y="209553"/>
                </a:lnTo>
                <a:lnTo>
                  <a:pt x="663061" y="87631"/>
                </a:lnTo>
                <a:lnTo>
                  <a:pt x="696398" y="87631"/>
                </a:lnTo>
                <a:lnTo>
                  <a:pt x="696398" y="106681"/>
                </a:lnTo>
                <a:cubicBezTo>
                  <a:pt x="701161" y="93346"/>
                  <a:pt x="712591" y="85726"/>
                  <a:pt x="727831" y="85726"/>
                </a:cubicBezTo>
                <a:close/>
                <a:moveTo>
                  <a:pt x="1007865" y="84774"/>
                </a:moveTo>
                <a:cubicBezTo>
                  <a:pt x="1037393" y="84774"/>
                  <a:pt x="1061205" y="97157"/>
                  <a:pt x="1061205" y="129542"/>
                </a:cubicBezTo>
                <a:lnTo>
                  <a:pt x="1061205" y="209553"/>
                </a:lnTo>
                <a:lnTo>
                  <a:pt x="1026915" y="209553"/>
                </a:lnTo>
                <a:lnTo>
                  <a:pt x="1026915" y="198123"/>
                </a:lnTo>
                <a:cubicBezTo>
                  <a:pt x="1020248" y="207648"/>
                  <a:pt x="1006913" y="212411"/>
                  <a:pt x="992625" y="212411"/>
                </a:cubicBezTo>
                <a:cubicBezTo>
                  <a:pt x="966908" y="212411"/>
                  <a:pt x="949763" y="194313"/>
                  <a:pt x="949763" y="174310"/>
                </a:cubicBezTo>
                <a:cubicBezTo>
                  <a:pt x="949763" y="154308"/>
                  <a:pt x="966908" y="137162"/>
                  <a:pt x="993578" y="137162"/>
                </a:cubicBezTo>
                <a:lnTo>
                  <a:pt x="1017390" y="137162"/>
                </a:lnTo>
                <a:cubicBezTo>
                  <a:pt x="1023105" y="137162"/>
                  <a:pt x="1025963" y="134305"/>
                  <a:pt x="1025963" y="129542"/>
                </a:cubicBezTo>
                <a:lnTo>
                  <a:pt x="1025010" y="128590"/>
                </a:lnTo>
                <a:cubicBezTo>
                  <a:pt x="1025010" y="120017"/>
                  <a:pt x="1018343" y="114302"/>
                  <a:pt x="1005008" y="114302"/>
                </a:cubicBezTo>
                <a:cubicBezTo>
                  <a:pt x="991673" y="114302"/>
                  <a:pt x="977385" y="120017"/>
                  <a:pt x="968813" y="125732"/>
                </a:cubicBezTo>
                <a:lnTo>
                  <a:pt x="955478" y="100014"/>
                </a:lnTo>
                <a:cubicBezTo>
                  <a:pt x="955478" y="100014"/>
                  <a:pt x="978338" y="84774"/>
                  <a:pt x="1007865" y="84774"/>
                </a:cubicBezTo>
                <a:close/>
                <a:moveTo>
                  <a:pt x="590671" y="84774"/>
                </a:moveTo>
                <a:cubicBezTo>
                  <a:pt x="620199" y="84774"/>
                  <a:pt x="644011" y="97157"/>
                  <a:pt x="644011" y="129542"/>
                </a:cubicBezTo>
                <a:lnTo>
                  <a:pt x="644011" y="209553"/>
                </a:lnTo>
                <a:lnTo>
                  <a:pt x="609721" y="209553"/>
                </a:lnTo>
                <a:lnTo>
                  <a:pt x="609721" y="198123"/>
                </a:lnTo>
                <a:cubicBezTo>
                  <a:pt x="603054" y="207648"/>
                  <a:pt x="589719" y="212411"/>
                  <a:pt x="575431" y="212411"/>
                </a:cubicBezTo>
                <a:cubicBezTo>
                  <a:pt x="549714" y="212411"/>
                  <a:pt x="532569" y="194313"/>
                  <a:pt x="532569" y="174310"/>
                </a:cubicBezTo>
                <a:cubicBezTo>
                  <a:pt x="532569" y="154308"/>
                  <a:pt x="549714" y="137162"/>
                  <a:pt x="576384" y="137162"/>
                </a:cubicBezTo>
                <a:lnTo>
                  <a:pt x="600196" y="137162"/>
                </a:lnTo>
                <a:cubicBezTo>
                  <a:pt x="605911" y="137162"/>
                  <a:pt x="608769" y="134305"/>
                  <a:pt x="608769" y="129542"/>
                </a:cubicBezTo>
                <a:lnTo>
                  <a:pt x="607816" y="128590"/>
                </a:lnTo>
                <a:cubicBezTo>
                  <a:pt x="607816" y="120017"/>
                  <a:pt x="601149" y="114302"/>
                  <a:pt x="587814" y="114302"/>
                </a:cubicBezTo>
                <a:cubicBezTo>
                  <a:pt x="574479" y="114302"/>
                  <a:pt x="560191" y="120017"/>
                  <a:pt x="551619" y="125732"/>
                </a:cubicBezTo>
                <a:lnTo>
                  <a:pt x="538284" y="100014"/>
                </a:lnTo>
                <a:cubicBezTo>
                  <a:pt x="538284" y="100014"/>
                  <a:pt x="561144" y="84774"/>
                  <a:pt x="590671" y="84774"/>
                </a:cubicBezTo>
                <a:close/>
                <a:moveTo>
                  <a:pt x="32507" y="46673"/>
                </a:moveTo>
                <a:cubicBezTo>
                  <a:pt x="43937" y="46673"/>
                  <a:pt x="54415" y="47626"/>
                  <a:pt x="64892" y="49531"/>
                </a:cubicBezTo>
                <a:cubicBezTo>
                  <a:pt x="62987" y="55246"/>
                  <a:pt x="61082" y="60961"/>
                  <a:pt x="59177" y="66676"/>
                </a:cubicBezTo>
                <a:cubicBezTo>
                  <a:pt x="48700" y="105729"/>
                  <a:pt x="50605" y="146687"/>
                  <a:pt x="64892" y="183835"/>
                </a:cubicBezTo>
                <a:cubicBezTo>
                  <a:pt x="54415" y="185740"/>
                  <a:pt x="43937" y="186693"/>
                  <a:pt x="32507" y="186693"/>
                </a:cubicBezTo>
                <a:cubicBezTo>
                  <a:pt x="24887" y="186693"/>
                  <a:pt x="17267" y="184788"/>
                  <a:pt x="9647" y="184788"/>
                </a:cubicBezTo>
                <a:cubicBezTo>
                  <a:pt x="-3688" y="139067"/>
                  <a:pt x="-2735" y="91441"/>
                  <a:pt x="9647" y="47626"/>
                </a:cubicBezTo>
                <a:cubicBezTo>
                  <a:pt x="17267" y="46673"/>
                  <a:pt x="21077" y="46673"/>
                  <a:pt x="32507" y="46673"/>
                </a:cubicBezTo>
                <a:close/>
                <a:moveTo>
                  <a:pt x="1092638" y="41911"/>
                </a:moveTo>
                <a:lnTo>
                  <a:pt x="1126928" y="41911"/>
                </a:lnTo>
                <a:lnTo>
                  <a:pt x="1126928" y="87631"/>
                </a:lnTo>
                <a:lnTo>
                  <a:pt x="1153598" y="87631"/>
                </a:lnTo>
                <a:lnTo>
                  <a:pt x="1153598" y="117159"/>
                </a:lnTo>
                <a:lnTo>
                  <a:pt x="1126928" y="117159"/>
                </a:lnTo>
                <a:lnTo>
                  <a:pt x="1126928" y="172405"/>
                </a:lnTo>
                <a:cubicBezTo>
                  <a:pt x="1126928" y="180025"/>
                  <a:pt x="1132643" y="180978"/>
                  <a:pt x="1138358" y="180978"/>
                </a:cubicBezTo>
                <a:cubicBezTo>
                  <a:pt x="1146930" y="180978"/>
                  <a:pt x="1154550" y="180978"/>
                  <a:pt x="1154550" y="180978"/>
                </a:cubicBezTo>
                <a:lnTo>
                  <a:pt x="1154550" y="210506"/>
                </a:lnTo>
                <a:cubicBezTo>
                  <a:pt x="1154550" y="210506"/>
                  <a:pt x="1137405" y="212411"/>
                  <a:pt x="1127880" y="212411"/>
                </a:cubicBezTo>
                <a:cubicBezTo>
                  <a:pt x="1110735" y="212411"/>
                  <a:pt x="1092638" y="209553"/>
                  <a:pt x="1092638" y="184788"/>
                </a:cubicBezTo>
                <a:lnTo>
                  <a:pt x="1092638" y="118112"/>
                </a:lnTo>
                <a:lnTo>
                  <a:pt x="1073588" y="118112"/>
                </a:lnTo>
                <a:lnTo>
                  <a:pt x="1073588" y="88584"/>
                </a:lnTo>
                <a:lnTo>
                  <a:pt x="1092638" y="88584"/>
                </a:lnTo>
                <a:close/>
                <a:moveTo>
                  <a:pt x="786886" y="23813"/>
                </a:moveTo>
                <a:cubicBezTo>
                  <a:pt x="799268" y="23813"/>
                  <a:pt x="808793" y="34291"/>
                  <a:pt x="808793" y="45721"/>
                </a:cubicBezTo>
                <a:cubicBezTo>
                  <a:pt x="808793" y="57151"/>
                  <a:pt x="799268" y="67629"/>
                  <a:pt x="786886" y="67629"/>
                </a:cubicBezTo>
                <a:cubicBezTo>
                  <a:pt x="774503" y="67629"/>
                  <a:pt x="764978" y="58104"/>
                  <a:pt x="764978" y="45721"/>
                </a:cubicBezTo>
                <a:cubicBezTo>
                  <a:pt x="764978" y="33338"/>
                  <a:pt x="774503" y="23813"/>
                  <a:pt x="786886" y="23813"/>
                </a:cubicBezTo>
                <a:close/>
                <a:moveTo>
                  <a:pt x="478277" y="23813"/>
                </a:moveTo>
                <a:lnTo>
                  <a:pt x="512567" y="23813"/>
                </a:lnTo>
                <a:lnTo>
                  <a:pt x="512567" y="209553"/>
                </a:lnTo>
                <a:lnTo>
                  <a:pt x="478277" y="209553"/>
                </a:lnTo>
                <a:close/>
                <a:moveTo>
                  <a:pt x="367787" y="20003"/>
                </a:moveTo>
                <a:cubicBezTo>
                  <a:pt x="423032" y="20003"/>
                  <a:pt x="447797" y="45721"/>
                  <a:pt x="459227" y="89537"/>
                </a:cubicBezTo>
                <a:lnTo>
                  <a:pt x="418269" y="89537"/>
                </a:lnTo>
                <a:cubicBezTo>
                  <a:pt x="411602" y="67629"/>
                  <a:pt x="392552" y="54294"/>
                  <a:pt x="368739" y="54294"/>
                </a:cubicBezTo>
                <a:cubicBezTo>
                  <a:pt x="333497" y="54294"/>
                  <a:pt x="310637" y="80964"/>
                  <a:pt x="310637" y="116207"/>
                </a:cubicBezTo>
                <a:cubicBezTo>
                  <a:pt x="310637" y="151450"/>
                  <a:pt x="333497" y="178121"/>
                  <a:pt x="368739" y="178121"/>
                </a:cubicBezTo>
                <a:cubicBezTo>
                  <a:pt x="393504" y="178121"/>
                  <a:pt x="412554" y="164785"/>
                  <a:pt x="419222" y="142877"/>
                </a:cubicBezTo>
                <a:lnTo>
                  <a:pt x="459227" y="142877"/>
                </a:lnTo>
                <a:cubicBezTo>
                  <a:pt x="448749" y="186693"/>
                  <a:pt x="409697" y="212411"/>
                  <a:pt x="367787" y="212411"/>
                </a:cubicBezTo>
                <a:cubicBezTo>
                  <a:pt x="325877" y="212411"/>
                  <a:pt x="270632" y="172405"/>
                  <a:pt x="270632" y="116207"/>
                </a:cubicBezTo>
                <a:cubicBezTo>
                  <a:pt x="270632" y="60009"/>
                  <a:pt x="312542" y="20003"/>
                  <a:pt x="367787" y="20003"/>
                </a:cubicBezTo>
                <a:close/>
                <a:moveTo>
                  <a:pt x="91563" y="0"/>
                </a:moveTo>
                <a:cubicBezTo>
                  <a:pt x="137283" y="11430"/>
                  <a:pt x="178240" y="36196"/>
                  <a:pt x="209673" y="68581"/>
                </a:cubicBezTo>
                <a:cubicBezTo>
                  <a:pt x="203005" y="85726"/>
                  <a:pt x="192528" y="101919"/>
                  <a:pt x="181098" y="116207"/>
                </a:cubicBezTo>
                <a:cubicBezTo>
                  <a:pt x="152523" y="80964"/>
                  <a:pt x="111565" y="56198"/>
                  <a:pt x="64893" y="48578"/>
                </a:cubicBezTo>
                <a:cubicBezTo>
                  <a:pt x="71560" y="31433"/>
                  <a:pt x="80133" y="15240"/>
                  <a:pt x="91563" y="0"/>
                </a:cubicBezTo>
                <a:close/>
              </a:path>
            </a:pathLst>
          </a:custGeom>
          <a:solidFill>
            <a:schemeClr val="bg1"/>
          </a:solidFill>
          <a:ln w="775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163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- 2 or 3 lines -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C2CE3A-10E3-A0F1-A206-74B0BF2E2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" y="1012"/>
            <a:ext cx="12188400" cy="6855975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E004001-F9FA-DB49-B103-7D69482E21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6" y="2708275"/>
            <a:ext cx="9498748" cy="1588441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ctr">
              <a:lnSpc>
                <a:spcPct val="85000"/>
              </a:lnSpc>
              <a:buNone/>
              <a:defRPr sz="5400" spc="-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Dark pattern cover two or three line title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52E3981-AF30-649F-42FB-9DDE6BCA1A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79" y="4383735"/>
            <a:ext cx="9495141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9C182B8-C7DD-EE7B-F51B-FA5E11F3C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7332" y="6313233"/>
            <a:ext cx="2532586" cy="177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lnSpc>
                <a:spcPct val="9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Forename Surname</a:t>
            </a:r>
            <a:endParaRPr lang="en-GB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C38E137-2FCE-14E8-AECF-571F9A547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3610" y="6312625"/>
            <a:ext cx="2542116" cy="177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Month 00, 0000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069AED8-B383-E3ED-1315-7BCB2C145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2400" y="6291099"/>
            <a:ext cx="7200" cy="2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**COMPOUND SHAPE CUT OUT**">
            <a:extLst>
              <a:ext uri="{FF2B5EF4-FFF2-40B4-BE49-F238E27FC236}">
                <a16:creationId xmlns:a16="http://schemas.microsoft.com/office/drawing/2014/main" id="{8AA22B59-AB1C-B212-1549-E956F9BC96D4}"/>
              </a:ext>
            </a:extLst>
          </p:cNvPr>
          <p:cNvSpPr/>
          <p:nvPr userDrawn="1"/>
        </p:nvSpPr>
        <p:spPr>
          <a:xfrm>
            <a:off x="5342592" y="438620"/>
            <a:ext cx="1506816" cy="271318"/>
          </a:xfrm>
          <a:custGeom>
            <a:avLst/>
            <a:gdLst>
              <a:gd name="connsiteX0" fmla="*/ 1025010 w 1290758"/>
              <a:gd name="connsiteY0" fmla="*/ 157165 h 232414"/>
              <a:gd name="connsiteX1" fmla="*/ 1014533 w 1290758"/>
              <a:gd name="connsiteY1" fmla="*/ 160023 h 232414"/>
              <a:gd name="connsiteX2" fmla="*/ 1001198 w 1290758"/>
              <a:gd name="connsiteY2" fmla="*/ 160023 h 232414"/>
              <a:gd name="connsiteX3" fmla="*/ 984053 w 1290758"/>
              <a:gd name="connsiteY3" fmla="*/ 173358 h 232414"/>
              <a:gd name="connsiteX4" fmla="*/ 1001198 w 1290758"/>
              <a:gd name="connsiteY4" fmla="*/ 187646 h 232414"/>
              <a:gd name="connsiteX5" fmla="*/ 1025010 w 1290758"/>
              <a:gd name="connsiteY5" fmla="*/ 165738 h 232414"/>
              <a:gd name="connsiteX6" fmla="*/ 607816 w 1290758"/>
              <a:gd name="connsiteY6" fmla="*/ 157165 h 232414"/>
              <a:gd name="connsiteX7" fmla="*/ 597339 w 1290758"/>
              <a:gd name="connsiteY7" fmla="*/ 160023 h 232414"/>
              <a:gd name="connsiteX8" fmla="*/ 584004 w 1290758"/>
              <a:gd name="connsiteY8" fmla="*/ 160023 h 232414"/>
              <a:gd name="connsiteX9" fmla="*/ 566859 w 1290758"/>
              <a:gd name="connsiteY9" fmla="*/ 173358 h 232414"/>
              <a:gd name="connsiteX10" fmla="*/ 584004 w 1290758"/>
              <a:gd name="connsiteY10" fmla="*/ 187646 h 232414"/>
              <a:gd name="connsiteX11" fmla="*/ 607816 w 1290758"/>
              <a:gd name="connsiteY11" fmla="*/ 165738 h 232414"/>
              <a:gd name="connsiteX12" fmla="*/ 182050 w 1290758"/>
              <a:gd name="connsiteY12" fmla="*/ 116207 h 232414"/>
              <a:gd name="connsiteX13" fmla="*/ 210625 w 1290758"/>
              <a:gd name="connsiteY13" fmla="*/ 163833 h 232414"/>
              <a:gd name="connsiteX14" fmla="*/ 91563 w 1290758"/>
              <a:gd name="connsiteY14" fmla="*/ 232414 h 232414"/>
              <a:gd name="connsiteX15" fmla="*/ 78228 w 1290758"/>
              <a:gd name="connsiteY15" fmla="*/ 213364 h 232414"/>
              <a:gd name="connsiteX16" fmla="*/ 64893 w 1290758"/>
              <a:gd name="connsiteY16" fmla="*/ 183836 h 232414"/>
              <a:gd name="connsiteX17" fmla="*/ 182050 w 1290758"/>
              <a:gd name="connsiteY17" fmla="*/ 116207 h 232414"/>
              <a:gd name="connsiteX18" fmla="*/ 1226941 w 1290758"/>
              <a:gd name="connsiteY18" fmla="*/ 113349 h 232414"/>
              <a:gd name="connsiteX19" fmla="*/ 1199318 w 1290758"/>
              <a:gd name="connsiteY19" fmla="*/ 135257 h 232414"/>
              <a:gd name="connsiteX20" fmla="*/ 1253611 w 1290758"/>
              <a:gd name="connsiteY20" fmla="*/ 135257 h 232414"/>
              <a:gd name="connsiteX21" fmla="*/ 1226941 w 1290758"/>
              <a:gd name="connsiteY21" fmla="*/ 113349 h 232414"/>
              <a:gd name="connsiteX22" fmla="*/ 754501 w 1290758"/>
              <a:gd name="connsiteY22" fmla="*/ 87632 h 232414"/>
              <a:gd name="connsiteX23" fmla="*/ 805936 w 1290758"/>
              <a:gd name="connsiteY23" fmla="*/ 87632 h 232414"/>
              <a:gd name="connsiteX24" fmla="*/ 805936 w 1290758"/>
              <a:gd name="connsiteY24" fmla="*/ 209553 h 232414"/>
              <a:gd name="connsiteX25" fmla="*/ 771646 w 1290758"/>
              <a:gd name="connsiteY25" fmla="*/ 209553 h 232414"/>
              <a:gd name="connsiteX26" fmla="*/ 771646 w 1290758"/>
              <a:gd name="connsiteY26" fmla="*/ 117159 h 232414"/>
              <a:gd name="connsiteX27" fmla="*/ 754501 w 1290758"/>
              <a:gd name="connsiteY27" fmla="*/ 117159 h 232414"/>
              <a:gd name="connsiteX28" fmla="*/ 818319 w 1290758"/>
              <a:gd name="connsiteY28" fmla="*/ 87631 h 232414"/>
              <a:gd name="connsiteX29" fmla="*/ 855466 w 1290758"/>
              <a:gd name="connsiteY29" fmla="*/ 87631 h 232414"/>
              <a:gd name="connsiteX30" fmla="*/ 883089 w 1290758"/>
              <a:gd name="connsiteY30" fmla="*/ 172405 h 232414"/>
              <a:gd name="connsiteX31" fmla="*/ 910711 w 1290758"/>
              <a:gd name="connsiteY31" fmla="*/ 87631 h 232414"/>
              <a:gd name="connsiteX32" fmla="*/ 946906 w 1290758"/>
              <a:gd name="connsiteY32" fmla="*/ 87631 h 232414"/>
              <a:gd name="connsiteX33" fmla="*/ 903091 w 1290758"/>
              <a:gd name="connsiteY33" fmla="*/ 209553 h 232414"/>
              <a:gd name="connsiteX34" fmla="*/ 860229 w 1290758"/>
              <a:gd name="connsiteY34" fmla="*/ 209553 h 232414"/>
              <a:gd name="connsiteX35" fmla="*/ 1226941 w 1290758"/>
              <a:gd name="connsiteY35" fmla="*/ 85726 h 232414"/>
              <a:gd name="connsiteX36" fmla="*/ 1290758 w 1290758"/>
              <a:gd name="connsiteY36" fmla="*/ 158117 h 232414"/>
              <a:gd name="connsiteX37" fmla="*/ 1290758 w 1290758"/>
              <a:gd name="connsiteY37" fmla="*/ 159070 h 232414"/>
              <a:gd name="connsiteX38" fmla="*/ 1200271 w 1290758"/>
              <a:gd name="connsiteY38" fmla="*/ 159070 h 232414"/>
              <a:gd name="connsiteX39" fmla="*/ 1227893 w 1290758"/>
              <a:gd name="connsiteY39" fmla="*/ 183835 h 232414"/>
              <a:gd name="connsiteX40" fmla="*/ 1252658 w 1290758"/>
              <a:gd name="connsiteY40" fmla="*/ 171452 h 232414"/>
              <a:gd name="connsiteX41" fmla="*/ 1288853 w 1290758"/>
              <a:gd name="connsiteY41" fmla="*/ 175262 h 232414"/>
              <a:gd name="connsiteX42" fmla="*/ 1227893 w 1290758"/>
              <a:gd name="connsiteY42" fmla="*/ 213363 h 232414"/>
              <a:gd name="connsiteX43" fmla="*/ 1164076 w 1290758"/>
              <a:gd name="connsiteY43" fmla="*/ 149545 h 232414"/>
              <a:gd name="connsiteX44" fmla="*/ 1226941 w 1290758"/>
              <a:gd name="connsiteY44" fmla="*/ 85726 h 232414"/>
              <a:gd name="connsiteX45" fmla="*/ 727831 w 1290758"/>
              <a:gd name="connsiteY45" fmla="*/ 85726 h 232414"/>
              <a:gd name="connsiteX46" fmla="*/ 737356 w 1290758"/>
              <a:gd name="connsiteY46" fmla="*/ 86679 h 232414"/>
              <a:gd name="connsiteX47" fmla="*/ 737356 w 1290758"/>
              <a:gd name="connsiteY47" fmla="*/ 121922 h 232414"/>
              <a:gd name="connsiteX48" fmla="*/ 723068 w 1290758"/>
              <a:gd name="connsiteY48" fmla="*/ 121922 h 232414"/>
              <a:gd name="connsiteX49" fmla="*/ 697351 w 1290758"/>
              <a:gd name="connsiteY49" fmla="*/ 151450 h 232414"/>
              <a:gd name="connsiteX50" fmla="*/ 697351 w 1290758"/>
              <a:gd name="connsiteY50" fmla="*/ 209553 h 232414"/>
              <a:gd name="connsiteX51" fmla="*/ 663061 w 1290758"/>
              <a:gd name="connsiteY51" fmla="*/ 209553 h 232414"/>
              <a:gd name="connsiteX52" fmla="*/ 663061 w 1290758"/>
              <a:gd name="connsiteY52" fmla="*/ 87631 h 232414"/>
              <a:gd name="connsiteX53" fmla="*/ 696398 w 1290758"/>
              <a:gd name="connsiteY53" fmla="*/ 87631 h 232414"/>
              <a:gd name="connsiteX54" fmla="*/ 696398 w 1290758"/>
              <a:gd name="connsiteY54" fmla="*/ 106681 h 232414"/>
              <a:gd name="connsiteX55" fmla="*/ 727831 w 1290758"/>
              <a:gd name="connsiteY55" fmla="*/ 85726 h 232414"/>
              <a:gd name="connsiteX56" fmla="*/ 1007865 w 1290758"/>
              <a:gd name="connsiteY56" fmla="*/ 84774 h 232414"/>
              <a:gd name="connsiteX57" fmla="*/ 1061205 w 1290758"/>
              <a:gd name="connsiteY57" fmla="*/ 129542 h 232414"/>
              <a:gd name="connsiteX58" fmla="*/ 1061205 w 1290758"/>
              <a:gd name="connsiteY58" fmla="*/ 209553 h 232414"/>
              <a:gd name="connsiteX59" fmla="*/ 1026915 w 1290758"/>
              <a:gd name="connsiteY59" fmla="*/ 209553 h 232414"/>
              <a:gd name="connsiteX60" fmla="*/ 1026915 w 1290758"/>
              <a:gd name="connsiteY60" fmla="*/ 198123 h 232414"/>
              <a:gd name="connsiteX61" fmla="*/ 992625 w 1290758"/>
              <a:gd name="connsiteY61" fmla="*/ 212411 h 232414"/>
              <a:gd name="connsiteX62" fmla="*/ 949763 w 1290758"/>
              <a:gd name="connsiteY62" fmla="*/ 174310 h 232414"/>
              <a:gd name="connsiteX63" fmla="*/ 993578 w 1290758"/>
              <a:gd name="connsiteY63" fmla="*/ 137162 h 232414"/>
              <a:gd name="connsiteX64" fmla="*/ 1017390 w 1290758"/>
              <a:gd name="connsiteY64" fmla="*/ 137162 h 232414"/>
              <a:gd name="connsiteX65" fmla="*/ 1025963 w 1290758"/>
              <a:gd name="connsiteY65" fmla="*/ 129542 h 232414"/>
              <a:gd name="connsiteX66" fmla="*/ 1025010 w 1290758"/>
              <a:gd name="connsiteY66" fmla="*/ 128590 h 232414"/>
              <a:gd name="connsiteX67" fmla="*/ 1005008 w 1290758"/>
              <a:gd name="connsiteY67" fmla="*/ 114302 h 232414"/>
              <a:gd name="connsiteX68" fmla="*/ 968813 w 1290758"/>
              <a:gd name="connsiteY68" fmla="*/ 125732 h 232414"/>
              <a:gd name="connsiteX69" fmla="*/ 955478 w 1290758"/>
              <a:gd name="connsiteY69" fmla="*/ 100014 h 232414"/>
              <a:gd name="connsiteX70" fmla="*/ 1007865 w 1290758"/>
              <a:gd name="connsiteY70" fmla="*/ 84774 h 232414"/>
              <a:gd name="connsiteX71" fmla="*/ 590671 w 1290758"/>
              <a:gd name="connsiteY71" fmla="*/ 84774 h 232414"/>
              <a:gd name="connsiteX72" fmla="*/ 644011 w 1290758"/>
              <a:gd name="connsiteY72" fmla="*/ 129542 h 232414"/>
              <a:gd name="connsiteX73" fmla="*/ 644011 w 1290758"/>
              <a:gd name="connsiteY73" fmla="*/ 209553 h 232414"/>
              <a:gd name="connsiteX74" fmla="*/ 609721 w 1290758"/>
              <a:gd name="connsiteY74" fmla="*/ 209553 h 232414"/>
              <a:gd name="connsiteX75" fmla="*/ 609721 w 1290758"/>
              <a:gd name="connsiteY75" fmla="*/ 198123 h 232414"/>
              <a:gd name="connsiteX76" fmla="*/ 575431 w 1290758"/>
              <a:gd name="connsiteY76" fmla="*/ 212411 h 232414"/>
              <a:gd name="connsiteX77" fmla="*/ 532569 w 1290758"/>
              <a:gd name="connsiteY77" fmla="*/ 174310 h 232414"/>
              <a:gd name="connsiteX78" fmla="*/ 576384 w 1290758"/>
              <a:gd name="connsiteY78" fmla="*/ 137162 h 232414"/>
              <a:gd name="connsiteX79" fmla="*/ 600196 w 1290758"/>
              <a:gd name="connsiteY79" fmla="*/ 137162 h 232414"/>
              <a:gd name="connsiteX80" fmla="*/ 608769 w 1290758"/>
              <a:gd name="connsiteY80" fmla="*/ 129542 h 232414"/>
              <a:gd name="connsiteX81" fmla="*/ 607816 w 1290758"/>
              <a:gd name="connsiteY81" fmla="*/ 128590 h 232414"/>
              <a:gd name="connsiteX82" fmla="*/ 587814 w 1290758"/>
              <a:gd name="connsiteY82" fmla="*/ 114302 h 232414"/>
              <a:gd name="connsiteX83" fmla="*/ 551619 w 1290758"/>
              <a:gd name="connsiteY83" fmla="*/ 125732 h 232414"/>
              <a:gd name="connsiteX84" fmla="*/ 538284 w 1290758"/>
              <a:gd name="connsiteY84" fmla="*/ 100014 h 232414"/>
              <a:gd name="connsiteX85" fmla="*/ 590671 w 1290758"/>
              <a:gd name="connsiteY85" fmla="*/ 84774 h 232414"/>
              <a:gd name="connsiteX86" fmla="*/ 32507 w 1290758"/>
              <a:gd name="connsiteY86" fmla="*/ 46673 h 232414"/>
              <a:gd name="connsiteX87" fmla="*/ 64892 w 1290758"/>
              <a:gd name="connsiteY87" fmla="*/ 49531 h 232414"/>
              <a:gd name="connsiteX88" fmla="*/ 59177 w 1290758"/>
              <a:gd name="connsiteY88" fmla="*/ 66676 h 232414"/>
              <a:gd name="connsiteX89" fmla="*/ 64892 w 1290758"/>
              <a:gd name="connsiteY89" fmla="*/ 183835 h 232414"/>
              <a:gd name="connsiteX90" fmla="*/ 32507 w 1290758"/>
              <a:gd name="connsiteY90" fmla="*/ 186693 h 232414"/>
              <a:gd name="connsiteX91" fmla="*/ 9647 w 1290758"/>
              <a:gd name="connsiteY91" fmla="*/ 184788 h 232414"/>
              <a:gd name="connsiteX92" fmla="*/ 9647 w 1290758"/>
              <a:gd name="connsiteY92" fmla="*/ 47626 h 232414"/>
              <a:gd name="connsiteX93" fmla="*/ 32507 w 1290758"/>
              <a:gd name="connsiteY93" fmla="*/ 46673 h 232414"/>
              <a:gd name="connsiteX94" fmla="*/ 1092638 w 1290758"/>
              <a:gd name="connsiteY94" fmla="*/ 41911 h 232414"/>
              <a:gd name="connsiteX95" fmla="*/ 1126928 w 1290758"/>
              <a:gd name="connsiteY95" fmla="*/ 41911 h 232414"/>
              <a:gd name="connsiteX96" fmla="*/ 1126928 w 1290758"/>
              <a:gd name="connsiteY96" fmla="*/ 87631 h 232414"/>
              <a:gd name="connsiteX97" fmla="*/ 1153598 w 1290758"/>
              <a:gd name="connsiteY97" fmla="*/ 87631 h 232414"/>
              <a:gd name="connsiteX98" fmla="*/ 1153598 w 1290758"/>
              <a:gd name="connsiteY98" fmla="*/ 117159 h 232414"/>
              <a:gd name="connsiteX99" fmla="*/ 1126928 w 1290758"/>
              <a:gd name="connsiteY99" fmla="*/ 117159 h 232414"/>
              <a:gd name="connsiteX100" fmla="*/ 1126928 w 1290758"/>
              <a:gd name="connsiteY100" fmla="*/ 172405 h 232414"/>
              <a:gd name="connsiteX101" fmla="*/ 1138358 w 1290758"/>
              <a:gd name="connsiteY101" fmla="*/ 180978 h 232414"/>
              <a:gd name="connsiteX102" fmla="*/ 1154550 w 1290758"/>
              <a:gd name="connsiteY102" fmla="*/ 180978 h 232414"/>
              <a:gd name="connsiteX103" fmla="*/ 1154550 w 1290758"/>
              <a:gd name="connsiteY103" fmla="*/ 210506 h 232414"/>
              <a:gd name="connsiteX104" fmla="*/ 1127880 w 1290758"/>
              <a:gd name="connsiteY104" fmla="*/ 212411 h 232414"/>
              <a:gd name="connsiteX105" fmla="*/ 1092638 w 1290758"/>
              <a:gd name="connsiteY105" fmla="*/ 184788 h 232414"/>
              <a:gd name="connsiteX106" fmla="*/ 1092638 w 1290758"/>
              <a:gd name="connsiteY106" fmla="*/ 118112 h 232414"/>
              <a:gd name="connsiteX107" fmla="*/ 1073588 w 1290758"/>
              <a:gd name="connsiteY107" fmla="*/ 118112 h 232414"/>
              <a:gd name="connsiteX108" fmla="*/ 1073588 w 1290758"/>
              <a:gd name="connsiteY108" fmla="*/ 88584 h 232414"/>
              <a:gd name="connsiteX109" fmla="*/ 1092638 w 1290758"/>
              <a:gd name="connsiteY109" fmla="*/ 88584 h 232414"/>
              <a:gd name="connsiteX110" fmla="*/ 786886 w 1290758"/>
              <a:gd name="connsiteY110" fmla="*/ 23813 h 232414"/>
              <a:gd name="connsiteX111" fmla="*/ 808793 w 1290758"/>
              <a:gd name="connsiteY111" fmla="*/ 45721 h 232414"/>
              <a:gd name="connsiteX112" fmla="*/ 786886 w 1290758"/>
              <a:gd name="connsiteY112" fmla="*/ 67629 h 232414"/>
              <a:gd name="connsiteX113" fmla="*/ 764978 w 1290758"/>
              <a:gd name="connsiteY113" fmla="*/ 45721 h 232414"/>
              <a:gd name="connsiteX114" fmla="*/ 786886 w 1290758"/>
              <a:gd name="connsiteY114" fmla="*/ 23813 h 232414"/>
              <a:gd name="connsiteX115" fmla="*/ 478277 w 1290758"/>
              <a:gd name="connsiteY115" fmla="*/ 23813 h 232414"/>
              <a:gd name="connsiteX116" fmla="*/ 512567 w 1290758"/>
              <a:gd name="connsiteY116" fmla="*/ 23813 h 232414"/>
              <a:gd name="connsiteX117" fmla="*/ 512567 w 1290758"/>
              <a:gd name="connsiteY117" fmla="*/ 209553 h 232414"/>
              <a:gd name="connsiteX118" fmla="*/ 478277 w 1290758"/>
              <a:gd name="connsiteY118" fmla="*/ 209553 h 232414"/>
              <a:gd name="connsiteX119" fmla="*/ 367787 w 1290758"/>
              <a:gd name="connsiteY119" fmla="*/ 20003 h 232414"/>
              <a:gd name="connsiteX120" fmla="*/ 459227 w 1290758"/>
              <a:gd name="connsiteY120" fmla="*/ 89537 h 232414"/>
              <a:gd name="connsiteX121" fmla="*/ 418269 w 1290758"/>
              <a:gd name="connsiteY121" fmla="*/ 89537 h 232414"/>
              <a:gd name="connsiteX122" fmla="*/ 368739 w 1290758"/>
              <a:gd name="connsiteY122" fmla="*/ 54294 h 232414"/>
              <a:gd name="connsiteX123" fmla="*/ 310637 w 1290758"/>
              <a:gd name="connsiteY123" fmla="*/ 116207 h 232414"/>
              <a:gd name="connsiteX124" fmla="*/ 368739 w 1290758"/>
              <a:gd name="connsiteY124" fmla="*/ 178121 h 232414"/>
              <a:gd name="connsiteX125" fmla="*/ 419222 w 1290758"/>
              <a:gd name="connsiteY125" fmla="*/ 142877 h 232414"/>
              <a:gd name="connsiteX126" fmla="*/ 459227 w 1290758"/>
              <a:gd name="connsiteY126" fmla="*/ 142877 h 232414"/>
              <a:gd name="connsiteX127" fmla="*/ 367787 w 1290758"/>
              <a:gd name="connsiteY127" fmla="*/ 212411 h 232414"/>
              <a:gd name="connsiteX128" fmla="*/ 270632 w 1290758"/>
              <a:gd name="connsiteY128" fmla="*/ 116207 h 232414"/>
              <a:gd name="connsiteX129" fmla="*/ 367787 w 1290758"/>
              <a:gd name="connsiteY129" fmla="*/ 20003 h 232414"/>
              <a:gd name="connsiteX130" fmla="*/ 91563 w 1290758"/>
              <a:gd name="connsiteY130" fmla="*/ 0 h 232414"/>
              <a:gd name="connsiteX131" fmla="*/ 209673 w 1290758"/>
              <a:gd name="connsiteY131" fmla="*/ 68581 h 232414"/>
              <a:gd name="connsiteX132" fmla="*/ 181098 w 1290758"/>
              <a:gd name="connsiteY132" fmla="*/ 116207 h 232414"/>
              <a:gd name="connsiteX133" fmla="*/ 64893 w 1290758"/>
              <a:gd name="connsiteY133" fmla="*/ 48578 h 232414"/>
              <a:gd name="connsiteX134" fmla="*/ 91563 w 1290758"/>
              <a:gd name="connsiteY134" fmla="*/ 0 h 23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290758" h="232414">
                <a:moveTo>
                  <a:pt x="1025010" y="157165"/>
                </a:moveTo>
                <a:cubicBezTo>
                  <a:pt x="1023105" y="159070"/>
                  <a:pt x="1019295" y="160023"/>
                  <a:pt x="1014533" y="160023"/>
                </a:cubicBezTo>
                <a:lnTo>
                  <a:pt x="1001198" y="160023"/>
                </a:lnTo>
                <a:cubicBezTo>
                  <a:pt x="990720" y="160023"/>
                  <a:pt x="984053" y="164785"/>
                  <a:pt x="984053" y="173358"/>
                </a:cubicBezTo>
                <a:cubicBezTo>
                  <a:pt x="984053" y="181931"/>
                  <a:pt x="990720" y="187646"/>
                  <a:pt x="1001198" y="187646"/>
                </a:cubicBezTo>
                <a:cubicBezTo>
                  <a:pt x="1011675" y="187646"/>
                  <a:pt x="1025010" y="180978"/>
                  <a:pt x="1025010" y="165738"/>
                </a:cubicBezTo>
                <a:close/>
                <a:moveTo>
                  <a:pt x="607816" y="157165"/>
                </a:moveTo>
                <a:cubicBezTo>
                  <a:pt x="605911" y="159070"/>
                  <a:pt x="602101" y="160023"/>
                  <a:pt x="597339" y="160023"/>
                </a:cubicBezTo>
                <a:lnTo>
                  <a:pt x="584004" y="160023"/>
                </a:lnTo>
                <a:cubicBezTo>
                  <a:pt x="573526" y="160023"/>
                  <a:pt x="566859" y="164785"/>
                  <a:pt x="566859" y="173358"/>
                </a:cubicBezTo>
                <a:cubicBezTo>
                  <a:pt x="566859" y="181931"/>
                  <a:pt x="573526" y="187646"/>
                  <a:pt x="584004" y="187646"/>
                </a:cubicBezTo>
                <a:cubicBezTo>
                  <a:pt x="594481" y="187646"/>
                  <a:pt x="607816" y="180978"/>
                  <a:pt x="607816" y="165738"/>
                </a:cubicBezTo>
                <a:close/>
                <a:moveTo>
                  <a:pt x="182050" y="116207"/>
                </a:moveTo>
                <a:cubicBezTo>
                  <a:pt x="193480" y="130495"/>
                  <a:pt x="203005" y="146687"/>
                  <a:pt x="210625" y="163833"/>
                </a:cubicBezTo>
                <a:cubicBezTo>
                  <a:pt x="178240" y="197171"/>
                  <a:pt x="137283" y="220984"/>
                  <a:pt x="91563" y="232414"/>
                </a:cubicBezTo>
                <a:cubicBezTo>
                  <a:pt x="86800" y="226699"/>
                  <a:pt x="82038" y="220031"/>
                  <a:pt x="78228" y="213364"/>
                </a:cubicBezTo>
                <a:cubicBezTo>
                  <a:pt x="73465" y="203838"/>
                  <a:pt x="68703" y="193361"/>
                  <a:pt x="64893" y="183836"/>
                </a:cubicBezTo>
                <a:cubicBezTo>
                  <a:pt x="111565" y="176215"/>
                  <a:pt x="152523" y="151450"/>
                  <a:pt x="182050" y="116207"/>
                </a:cubicBezTo>
                <a:close/>
                <a:moveTo>
                  <a:pt x="1226941" y="113349"/>
                </a:moveTo>
                <a:cubicBezTo>
                  <a:pt x="1212653" y="113349"/>
                  <a:pt x="1202176" y="121922"/>
                  <a:pt x="1199318" y="135257"/>
                </a:cubicBezTo>
                <a:lnTo>
                  <a:pt x="1253611" y="135257"/>
                </a:lnTo>
                <a:cubicBezTo>
                  <a:pt x="1251706" y="122874"/>
                  <a:pt x="1241228" y="113349"/>
                  <a:pt x="1226941" y="113349"/>
                </a:cubicBezTo>
                <a:close/>
                <a:moveTo>
                  <a:pt x="754501" y="87632"/>
                </a:moveTo>
                <a:lnTo>
                  <a:pt x="805936" y="87632"/>
                </a:lnTo>
                <a:lnTo>
                  <a:pt x="805936" y="209553"/>
                </a:lnTo>
                <a:lnTo>
                  <a:pt x="771646" y="209553"/>
                </a:lnTo>
                <a:lnTo>
                  <a:pt x="771646" y="117159"/>
                </a:lnTo>
                <a:lnTo>
                  <a:pt x="754501" y="117159"/>
                </a:lnTo>
                <a:close/>
                <a:moveTo>
                  <a:pt x="818319" y="87631"/>
                </a:moveTo>
                <a:lnTo>
                  <a:pt x="855466" y="87631"/>
                </a:lnTo>
                <a:lnTo>
                  <a:pt x="883089" y="172405"/>
                </a:lnTo>
                <a:lnTo>
                  <a:pt x="910711" y="87631"/>
                </a:lnTo>
                <a:lnTo>
                  <a:pt x="946906" y="87631"/>
                </a:lnTo>
                <a:lnTo>
                  <a:pt x="903091" y="209553"/>
                </a:lnTo>
                <a:lnTo>
                  <a:pt x="860229" y="209553"/>
                </a:lnTo>
                <a:close/>
                <a:moveTo>
                  <a:pt x="1226941" y="85726"/>
                </a:moveTo>
                <a:cubicBezTo>
                  <a:pt x="1263136" y="85726"/>
                  <a:pt x="1290758" y="107634"/>
                  <a:pt x="1290758" y="158117"/>
                </a:cubicBezTo>
                <a:lnTo>
                  <a:pt x="1290758" y="159070"/>
                </a:lnTo>
                <a:lnTo>
                  <a:pt x="1200271" y="159070"/>
                </a:lnTo>
                <a:cubicBezTo>
                  <a:pt x="1202176" y="172405"/>
                  <a:pt x="1212653" y="183835"/>
                  <a:pt x="1227893" y="183835"/>
                </a:cubicBezTo>
                <a:cubicBezTo>
                  <a:pt x="1243133" y="183835"/>
                  <a:pt x="1247896" y="179072"/>
                  <a:pt x="1252658" y="171452"/>
                </a:cubicBezTo>
                <a:lnTo>
                  <a:pt x="1288853" y="175262"/>
                </a:lnTo>
                <a:cubicBezTo>
                  <a:pt x="1278376" y="200980"/>
                  <a:pt x="1255516" y="213363"/>
                  <a:pt x="1227893" y="213363"/>
                </a:cubicBezTo>
                <a:cubicBezTo>
                  <a:pt x="1200271" y="213363"/>
                  <a:pt x="1164076" y="186693"/>
                  <a:pt x="1164076" y="149545"/>
                </a:cubicBezTo>
                <a:cubicBezTo>
                  <a:pt x="1164076" y="112396"/>
                  <a:pt x="1190746" y="85726"/>
                  <a:pt x="1226941" y="85726"/>
                </a:cubicBezTo>
                <a:close/>
                <a:moveTo>
                  <a:pt x="727831" y="85726"/>
                </a:moveTo>
                <a:cubicBezTo>
                  <a:pt x="743071" y="85726"/>
                  <a:pt x="734498" y="85726"/>
                  <a:pt x="737356" y="86679"/>
                </a:cubicBezTo>
                <a:cubicBezTo>
                  <a:pt x="737356" y="86679"/>
                  <a:pt x="737356" y="121922"/>
                  <a:pt x="737356" y="121922"/>
                </a:cubicBezTo>
                <a:lnTo>
                  <a:pt x="723068" y="121922"/>
                </a:lnTo>
                <a:cubicBezTo>
                  <a:pt x="705923" y="121922"/>
                  <a:pt x="697351" y="130494"/>
                  <a:pt x="697351" y="151450"/>
                </a:cubicBezTo>
                <a:lnTo>
                  <a:pt x="697351" y="209553"/>
                </a:lnTo>
                <a:lnTo>
                  <a:pt x="663061" y="209553"/>
                </a:lnTo>
                <a:lnTo>
                  <a:pt x="663061" y="87631"/>
                </a:lnTo>
                <a:lnTo>
                  <a:pt x="696398" y="87631"/>
                </a:lnTo>
                <a:lnTo>
                  <a:pt x="696398" y="106681"/>
                </a:lnTo>
                <a:cubicBezTo>
                  <a:pt x="701161" y="93346"/>
                  <a:pt x="712591" y="85726"/>
                  <a:pt x="727831" y="85726"/>
                </a:cubicBezTo>
                <a:close/>
                <a:moveTo>
                  <a:pt x="1007865" y="84774"/>
                </a:moveTo>
                <a:cubicBezTo>
                  <a:pt x="1037393" y="84774"/>
                  <a:pt x="1061205" y="97157"/>
                  <a:pt x="1061205" y="129542"/>
                </a:cubicBezTo>
                <a:lnTo>
                  <a:pt x="1061205" y="209553"/>
                </a:lnTo>
                <a:lnTo>
                  <a:pt x="1026915" y="209553"/>
                </a:lnTo>
                <a:lnTo>
                  <a:pt x="1026915" y="198123"/>
                </a:lnTo>
                <a:cubicBezTo>
                  <a:pt x="1020248" y="207648"/>
                  <a:pt x="1006913" y="212411"/>
                  <a:pt x="992625" y="212411"/>
                </a:cubicBezTo>
                <a:cubicBezTo>
                  <a:pt x="966908" y="212411"/>
                  <a:pt x="949763" y="194313"/>
                  <a:pt x="949763" y="174310"/>
                </a:cubicBezTo>
                <a:cubicBezTo>
                  <a:pt x="949763" y="154308"/>
                  <a:pt x="966908" y="137162"/>
                  <a:pt x="993578" y="137162"/>
                </a:cubicBezTo>
                <a:lnTo>
                  <a:pt x="1017390" y="137162"/>
                </a:lnTo>
                <a:cubicBezTo>
                  <a:pt x="1023105" y="137162"/>
                  <a:pt x="1025963" y="134305"/>
                  <a:pt x="1025963" y="129542"/>
                </a:cubicBezTo>
                <a:lnTo>
                  <a:pt x="1025010" y="128590"/>
                </a:lnTo>
                <a:cubicBezTo>
                  <a:pt x="1025010" y="120017"/>
                  <a:pt x="1018343" y="114302"/>
                  <a:pt x="1005008" y="114302"/>
                </a:cubicBezTo>
                <a:cubicBezTo>
                  <a:pt x="991673" y="114302"/>
                  <a:pt x="977385" y="120017"/>
                  <a:pt x="968813" y="125732"/>
                </a:cubicBezTo>
                <a:lnTo>
                  <a:pt x="955478" y="100014"/>
                </a:lnTo>
                <a:cubicBezTo>
                  <a:pt x="955478" y="100014"/>
                  <a:pt x="978338" y="84774"/>
                  <a:pt x="1007865" y="84774"/>
                </a:cubicBezTo>
                <a:close/>
                <a:moveTo>
                  <a:pt x="590671" y="84774"/>
                </a:moveTo>
                <a:cubicBezTo>
                  <a:pt x="620199" y="84774"/>
                  <a:pt x="644011" y="97157"/>
                  <a:pt x="644011" y="129542"/>
                </a:cubicBezTo>
                <a:lnTo>
                  <a:pt x="644011" y="209553"/>
                </a:lnTo>
                <a:lnTo>
                  <a:pt x="609721" y="209553"/>
                </a:lnTo>
                <a:lnTo>
                  <a:pt x="609721" y="198123"/>
                </a:lnTo>
                <a:cubicBezTo>
                  <a:pt x="603054" y="207648"/>
                  <a:pt x="589719" y="212411"/>
                  <a:pt x="575431" y="212411"/>
                </a:cubicBezTo>
                <a:cubicBezTo>
                  <a:pt x="549714" y="212411"/>
                  <a:pt x="532569" y="194313"/>
                  <a:pt x="532569" y="174310"/>
                </a:cubicBezTo>
                <a:cubicBezTo>
                  <a:pt x="532569" y="154308"/>
                  <a:pt x="549714" y="137162"/>
                  <a:pt x="576384" y="137162"/>
                </a:cubicBezTo>
                <a:lnTo>
                  <a:pt x="600196" y="137162"/>
                </a:lnTo>
                <a:cubicBezTo>
                  <a:pt x="605911" y="137162"/>
                  <a:pt x="608769" y="134305"/>
                  <a:pt x="608769" y="129542"/>
                </a:cubicBezTo>
                <a:lnTo>
                  <a:pt x="607816" y="128590"/>
                </a:lnTo>
                <a:cubicBezTo>
                  <a:pt x="607816" y="120017"/>
                  <a:pt x="601149" y="114302"/>
                  <a:pt x="587814" y="114302"/>
                </a:cubicBezTo>
                <a:cubicBezTo>
                  <a:pt x="574479" y="114302"/>
                  <a:pt x="560191" y="120017"/>
                  <a:pt x="551619" y="125732"/>
                </a:cubicBezTo>
                <a:lnTo>
                  <a:pt x="538284" y="100014"/>
                </a:lnTo>
                <a:cubicBezTo>
                  <a:pt x="538284" y="100014"/>
                  <a:pt x="561144" y="84774"/>
                  <a:pt x="590671" y="84774"/>
                </a:cubicBezTo>
                <a:close/>
                <a:moveTo>
                  <a:pt x="32507" y="46673"/>
                </a:moveTo>
                <a:cubicBezTo>
                  <a:pt x="43937" y="46673"/>
                  <a:pt x="54415" y="47626"/>
                  <a:pt x="64892" y="49531"/>
                </a:cubicBezTo>
                <a:cubicBezTo>
                  <a:pt x="62987" y="55246"/>
                  <a:pt x="61082" y="60961"/>
                  <a:pt x="59177" y="66676"/>
                </a:cubicBezTo>
                <a:cubicBezTo>
                  <a:pt x="48700" y="105729"/>
                  <a:pt x="50605" y="146687"/>
                  <a:pt x="64892" y="183835"/>
                </a:cubicBezTo>
                <a:cubicBezTo>
                  <a:pt x="54415" y="185740"/>
                  <a:pt x="43937" y="186693"/>
                  <a:pt x="32507" y="186693"/>
                </a:cubicBezTo>
                <a:cubicBezTo>
                  <a:pt x="24887" y="186693"/>
                  <a:pt x="17267" y="184788"/>
                  <a:pt x="9647" y="184788"/>
                </a:cubicBezTo>
                <a:cubicBezTo>
                  <a:pt x="-3688" y="139067"/>
                  <a:pt x="-2735" y="91441"/>
                  <a:pt x="9647" y="47626"/>
                </a:cubicBezTo>
                <a:cubicBezTo>
                  <a:pt x="17267" y="46673"/>
                  <a:pt x="21077" y="46673"/>
                  <a:pt x="32507" y="46673"/>
                </a:cubicBezTo>
                <a:close/>
                <a:moveTo>
                  <a:pt x="1092638" y="41911"/>
                </a:moveTo>
                <a:lnTo>
                  <a:pt x="1126928" y="41911"/>
                </a:lnTo>
                <a:lnTo>
                  <a:pt x="1126928" y="87631"/>
                </a:lnTo>
                <a:lnTo>
                  <a:pt x="1153598" y="87631"/>
                </a:lnTo>
                <a:lnTo>
                  <a:pt x="1153598" y="117159"/>
                </a:lnTo>
                <a:lnTo>
                  <a:pt x="1126928" y="117159"/>
                </a:lnTo>
                <a:lnTo>
                  <a:pt x="1126928" y="172405"/>
                </a:lnTo>
                <a:cubicBezTo>
                  <a:pt x="1126928" y="180025"/>
                  <a:pt x="1132643" y="180978"/>
                  <a:pt x="1138358" y="180978"/>
                </a:cubicBezTo>
                <a:cubicBezTo>
                  <a:pt x="1146930" y="180978"/>
                  <a:pt x="1154550" y="180978"/>
                  <a:pt x="1154550" y="180978"/>
                </a:cubicBezTo>
                <a:lnTo>
                  <a:pt x="1154550" y="210506"/>
                </a:lnTo>
                <a:cubicBezTo>
                  <a:pt x="1154550" y="210506"/>
                  <a:pt x="1137405" y="212411"/>
                  <a:pt x="1127880" y="212411"/>
                </a:cubicBezTo>
                <a:cubicBezTo>
                  <a:pt x="1110735" y="212411"/>
                  <a:pt x="1092638" y="209553"/>
                  <a:pt x="1092638" y="184788"/>
                </a:cubicBezTo>
                <a:lnTo>
                  <a:pt x="1092638" y="118112"/>
                </a:lnTo>
                <a:lnTo>
                  <a:pt x="1073588" y="118112"/>
                </a:lnTo>
                <a:lnTo>
                  <a:pt x="1073588" y="88584"/>
                </a:lnTo>
                <a:lnTo>
                  <a:pt x="1092638" y="88584"/>
                </a:lnTo>
                <a:close/>
                <a:moveTo>
                  <a:pt x="786886" y="23813"/>
                </a:moveTo>
                <a:cubicBezTo>
                  <a:pt x="799268" y="23813"/>
                  <a:pt x="808793" y="34291"/>
                  <a:pt x="808793" y="45721"/>
                </a:cubicBezTo>
                <a:cubicBezTo>
                  <a:pt x="808793" y="57151"/>
                  <a:pt x="799268" y="67629"/>
                  <a:pt x="786886" y="67629"/>
                </a:cubicBezTo>
                <a:cubicBezTo>
                  <a:pt x="774503" y="67629"/>
                  <a:pt x="764978" y="58104"/>
                  <a:pt x="764978" y="45721"/>
                </a:cubicBezTo>
                <a:cubicBezTo>
                  <a:pt x="764978" y="33338"/>
                  <a:pt x="774503" y="23813"/>
                  <a:pt x="786886" y="23813"/>
                </a:cubicBezTo>
                <a:close/>
                <a:moveTo>
                  <a:pt x="478277" y="23813"/>
                </a:moveTo>
                <a:lnTo>
                  <a:pt x="512567" y="23813"/>
                </a:lnTo>
                <a:lnTo>
                  <a:pt x="512567" y="209553"/>
                </a:lnTo>
                <a:lnTo>
                  <a:pt x="478277" y="209553"/>
                </a:lnTo>
                <a:close/>
                <a:moveTo>
                  <a:pt x="367787" y="20003"/>
                </a:moveTo>
                <a:cubicBezTo>
                  <a:pt x="423032" y="20003"/>
                  <a:pt x="447797" y="45721"/>
                  <a:pt x="459227" y="89537"/>
                </a:cubicBezTo>
                <a:lnTo>
                  <a:pt x="418269" y="89537"/>
                </a:lnTo>
                <a:cubicBezTo>
                  <a:pt x="411602" y="67629"/>
                  <a:pt x="392552" y="54294"/>
                  <a:pt x="368739" y="54294"/>
                </a:cubicBezTo>
                <a:cubicBezTo>
                  <a:pt x="333497" y="54294"/>
                  <a:pt x="310637" y="80964"/>
                  <a:pt x="310637" y="116207"/>
                </a:cubicBezTo>
                <a:cubicBezTo>
                  <a:pt x="310637" y="151450"/>
                  <a:pt x="333497" y="178121"/>
                  <a:pt x="368739" y="178121"/>
                </a:cubicBezTo>
                <a:cubicBezTo>
                  <a:pt x="393504" y="178121"/>
                  <a:pt x="412554" y="164785"/>
                  <a:pt x="419222" y="142877"/>
                </a:cubicBezTo>
                <a:lnTo>
                  <a:pt x="459227" y="142877"/>
                </a:lnTo>
                <a:cubicBezTo>
                  <a:pt x="448749" y="186693"/>
                  <a:pt x="409697" y="212411"/>
                  <a:pt x="367787" y="212411"/>
                </a:cubicBezTo>
                <a:cubicBezTo>
                  <a:pt x="325877" y="212411"/>
                  <a:pt x="270632" y="172405"/>
                  <a:pt x="270632" y="116207"/>
                </a:cubicBezTo>
                <a:cubicBezTo>
                  <a:pt x="270632" y="60009"/>
                  <a:pt x="312542" y="20003"/>
                  <a:pt x="367787" y="20003"/>
                </a:cubicBezTo>
                <a:close/>
                <a:moveTo>
                  <a:pt x="91563" y="0"/>
                </a:moveTo>
                <a:cubicBezTo>
                  <a:pt x="137283" y="11430"/>
                  <a:pt x="178240" y="36196"/>
                  <a:pt x="209673" y="68581"/>
                </a:cubicBezTo>
                <a:cubicBezTo>
                  <a:pt x="203005" y="85726"/>
                  <a:pt x="192528" y="101919"/>
                  <a:pt x="181098" y="116207"/>
                </a:cubicBezTo>
                <a:cubicBezTo>
                  <a:pt x="152523" y="80964"/>
                  <a:pt x="111565" y="56198"/>
                  <a:pt x="64893" y="48578"/>
                </a:cubicBezTo>
                <a:cubicBezTo>
                  <a:pt x="71560" y="31433"/>
                  <a:pt x="80133" y="15240"/>
                  <a:pt x="91563" y="0"/>
                </a:cubicBezTo>
                <a:close/>
              </a:path>
            </a:pathLst>
          </a:custGeom>
          <a:solidFill>
            <a:schemeClr val="bg1"/>
          </a:solidFill>
          <a:ln w="775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5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- 1 line only - Citr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56F40D-311F-9DAF-7722-E26A0EE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" y="1012"/>
            <a:ext cx="12188400" cy="6855975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9B1E7E56-BB61-F595-D102-91046074E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5" y="2708275"/>
            <a:ext cx="9505949" cy="890589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5400" spc="-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D</a:t>
            </a:r>
            <a:r>
              <a:rPr lang="en-US" dirty="0"/>
              <a:t>ark pattern one line title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132D823-FAB6-8942-115E-ECA384A8E0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79" y="3683220"/>
            <a:ext cx="9502339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9C182B8-C7DD-EE7B-F51B-FA5E11F3C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7332" y="6313233"/>
            <a:ext cx="2532586" cy="177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lnSpc>
                <a:spcPct val="9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Forename Surname</a:t>
            </a:r>
            <a:endParaRPr lang="en-GB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C38E137-2FCE-14E8-AECF-571F9A547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3610" y="6312625"/>
            <a:ext cx="2542116" cy="177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Month 00, 0000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46115-27C9-1632-4193-41871681C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2400" y="6291099"/>
            <a:ext cx="7200" cy="2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**COMPOUND SHAPE CUT OUT**">
            <a:extLst>
              <a:ext uri="{FF2B5EF4-FFF2-40B4-BE49-F238E27FC236}">
                <a16:creationId xmlns:a16="http://schemas.microsoft.com/office/drawing/2014/main" id="{54B2476C-73FA-E683-16BE-045AA7BE3FB5}"/>
              </a:ext>
            </a:extLst>
          </p:cNvPr>
          <p:cNvSpPr/>
          <p:nvPr userDrawn="1"/>
        </p:nvSpPr>
        <p:spPr>
          <a:xfrm>
            <a:off x="5342592" y="438620"/>
            <a:ext cx="1506816" cy="271318"/>
          </a:xfrm>
          <a:custGeom>
            <a:avLst/>
            <a:gdLst>
              <a:gd name="connsiteX0" fmla="*/ 1025010 w 1290758"/>
              <a:gd name="connsiteY0" fmla="*/ 157165 h 232414"/>
              <a:gd name="connsiteX1" fmla="*/ 1014533 w 1290758"/>
              <a:gd name="connsiteY1" fmla="*/ 160023 h 232414"/>
              <a:gd name="connsiteX2" fmla="*/ 1001198 w 1290758"/>
              <a:gd name="connsiteY2" fmla="*/ 160023 h 232414"/>
              <a:gd name="connsiteX3" fmla="*/ 984053 w 1290758"/>
              <a:gd name="connsiteY3" fmla="*/ 173358 h 232414"/>
              <a:gd name="connsiteX4" fmla="*/ 1001198 w 1290758"/>
              <a:gd name="connsiteY4" fmla="*/ 187646 h 232414"/>
              <a:gd name="connsiteX5" fmla="*/ 1025010 w 1290758"/>
              <a:gd name="connsiteY5" fmla="*/ 165738 h 232414"/>
              <a:gd name="connsiteX6" fmla="*/ 607816 w 1290758"/>
              <a:gd name="connsiteY6" fmla="*/ 157165 h 232414"/>
              <a:gd name="connsiteX7" fmla="*/ 597339 w 1290758"/>
              <a:gd name="connsiteY7" fmla="*/ 160023 h 232414"/>
              <a:gd name="connsiteX8" fmla="*/ 584004 w 1290758"/>
              <a:gd name="connsiteY8" fmla="*/ 160023 h 232414"/>
              <a:gd name="connsiteX9" fmla="*/ 566859 w 1290758"/>
              <a:gd name="connsiteY9" fmla="*/ 173358 h 232414"/>
              <a:gd name="connsiteX10" fmla="*/ 584004 w 1290758"/>
              <a:gd name="connsiteY10" fmla="*/ 187646 h 232414"/>
              <a:gd name="connsiteX11" fmla="*/ 607816 w 1290758"/>
              <a:gd name="connsiteY11" fmla="*/ 165738 h 232414"/>
              <a:gd name="connsiteX12" fmla="*/ 182050 w 1290758"/>
              <a:gd name="connsiteY12" fmla="*/ 116207 h 232414"/>
              <a:gd name="connsiteX13" fmla="*/ 210625 w 1290758"/>
              <a:gd name="connsiteY13" fmla="*/ 163833 h 232414"/>
              <a:gd name="connsiteX14" fmla="*/ 91563 w 1290758"/>
              <a:gd name="connsiteY14" fmla="*/ 232414 h 232414"/>
              <a:gd name="connsiteX15" fmla="*/ 78228 w 1290758"/>
              <a:gd name="connsiteY15" fmla="*/ 213364 h 232414"/>
              <a:gd name="connsiteX16" fmla="*/ 64893 w 1290758"/>
              <a:gd name="connsiteY16" fmla="*/ 183836 h 232414"/>
              <a:gd name="connsiteX17" fmla="*/ 182050 w 1290758"/>
              <a:gd name="connsiteY17" fmla="*/ 116207 h 232414"/>
              <a:gd name="connsiteX18" fmla="*/ 1226941 w 1290758"/>
              <a:gd name="connsiteY18" fmla="*/ 113349 h 232414"/>
              <a:gd name="connsiteX19" fmla="*/ 1199318 w 1290758"/>
              <a:gd name="connsiteY19" fmla="*/ 135257 h 232414"/>
              <a:gd name="connsiteX20" fmla="*/ 1253611 w 1290758"/>
              <a:gd name="connsiteY20" fmla="*/ 135257 h 232414"/>
              <a:gd name="connsiteX21" fmla="*/ 1226941 w 1290758"/>
              <a:gd name="connsiteY21" fmla="*/ 113349 h 232414"/>
              <a:gd name="connsiteX22" fmla="*/ 754501 w 1290758"/>
              <a:gd name="connsiteY22" fmla="*/ 87632 h 232414"/>
              <a:gd name="connsiteX23" fmla="*/ 805936 w 1290758"/>
              <a:gd name="connsiteY23" fmla="*/ 87632 h 232414"/>
              <a:gd name="connsiteX24" fmla="*/ 805936 w 1290758"/>
              <a:gd name="connsiteY24" fmla="*/ 209553 h 232414"/>
              <a:gd name="connsiteX25" fmla="*/ 771646 w 1290758"/>
              <a:gd name="connsiteY25" fmla="*/ 209553 h 232414"/>
              <a:gd name="connsiteX26" fmla="*/ 771646 w 1290758"/>
              <a:gd name="connsiteY26" fmla="*/ 117159 h 232414"/>
              <a:gd name="connsiteX27" fmla="*/ 754501 w 1290758"/>
              <a:gd name="connsiteY27" fmla="*/ 117159 h 232414"/>
              <a:gd name="connsiteX28" fmla="*/ 818319 w 1290758"/>
              <a:gd name="connsiteY28" fmla="*/ 87631 h 232414"/>
              <a:gd name="connsiteX29" fmla="*/ 855466 w 1290758"/>
              <a:gd name="connsiteY29" fmla="*/ 87631 h 232414"/>
              <a:gd name="connsiteX30" fmla="*/ 883089 w 1290758"/>
              <a:gd name="connsiteY30" fmla="*/ 172405 h 232414"/>
              <a:gd name="connsiteX31" fmla="*/ 910711 w 1290758"/>
              <a:gd name="connsiteY31" fmla="*/ 87631 h 232414"/>
              <a:gd name="connsiteX32" fmla="*/ 946906 w 1290758"/>
              <a:gd name="connsiteY32" fmla="*/ 87631 h 232414"/>
              <a:gd name="connsiteX33" fmla="*/ 903091 w 1290758"/>
              <a:gd name="connsiteY33" fmla="*/ 209553 h 232414"/>
              <a:gd name="connsiteX34" fmla="*/ 860229 w 1290758"/>
              <a:gd name="connsiteY34" fmla="*/ 209553 h 232414"/>
              <a:gd name="connsiteX35" fmla="*/ 1226941 w 1290758"/>
              <a:gd name="connsiteY35" fmla="*/ 85726 h 232414"/>
              <a:gd name="connsiteX36" fmla="*/ 1290758 w 1290758"/>
              <a:gd name="connsiteY36" fmla="*/ 158117 h 232414"/>
              <a:gd name="connsiteX37" fmla="*/ 1290758 w 1290758"/>
              <a:gd name="connsiteY37" fmla="*/ 159070 h 232414"/>
              <a:gd name="connsiteX38" fmla="*/ 1200271 w 1290758"/>
              <a:gd name="connsiteY38" fmla="*/ 159070 h 232414"/>
              <a:gd name="connsiteX39" fmla="*/ 1227893 w 1290758"/>
              <a:gd name="connsiteY39" fmla="*/ 183835 h 232414"/>
              <a:gd name="connsiteX40" fmla="*/ 1252658 w 1290758"/>
              <a:gd name="connsiteY40" fmla="*/ 171452 h 232414"/>
              <a:gd name="connsiteX41" fmla="*/ 1288853 w 1290758"/>
              <a:gd name="connsiteY41" fmla="*/ 175262 h 232414"/>
              <a:gd name="connsiteX42" fmla="*/ 1227893 w 1290758"/>
              <a:gd name="connsiteY42" fmla="*/ 213363 h 232414"/>
              <a:gd name="connsiteX43" fmla="*/ 1164076 w 1290758"/>
              <a:gd name="connsiteY43" fmla="*/ 149545 h 232414"/>
              <a:gd name="connsiteX44" fmla="*/ 1226941 w 1290758"/>
              <a:gd name="connsiteY44" fmla="*/ 85726 h 232414"/>
              <a:gd name="connsiteX45" fmla="*/ 727831 w 1290758"/>
              <a:gd name="connsiteY45" fmla="*/ 85726 h 232414"/>
              <a:gd name="connsiteX46" fmla="*/ 737356 w 1290758"/>
              <a:gd name="connsiteY46" fmla="*/ 86679 h 232414"/>
              <a:gd name="connsiteX47" fmla="*/ 737356 w 1290758"/>
              <a:gd name="connsiteY47" fmla="*/ 121922 h 232414"/>
              <a:gd name="connsiteX48" fmla="*/ 723068 w 1290758"/>
              <a:gd name="connsiteY48" fmla="*/ 121922 h 232414"/>
              <a:gd name="connsiteX49" fmla="*/ 697351 w 1290758"/>
              <a:gd name="connsiteY49" fmla="*/ 151450 h 232414"/>
              <a:gd name="connsiteX50" fmla="*/ 697351 w 1290758"/>
              <a:gd name="connsiteY50" fmla="*/ 209553 h 232414"/>
              <a:gd name="connsiteX51" fmla="*/ 663061 w 1290758"/>
              <a:gd name="connsiteY51" fmla="*/ 209553 h 232414"/>
              <a:gd name="connsiteX52" fmla="*/ 663061 w 1290758"/>
              <a:gd name="connsiteY52" fmla="*/ 87631 h 232414"/>
              <a:gd name="connsiteX53" fmla="*/ 696398 w 1290758"/>
              <a:gd name="connsiteY53" fmla="*/ 87631 h 232414"/>
              <a:gd name="connsiteX54" fmla="*/ 696398 w 1290758"/>
              <a:gd name="connsiteY54" fmla="*/ 106681 h 232414"/>
              <a:gd name="connsiteX55" fmla="*/ 727831 w 1290758"/>
              <a:gd name="connsiteY55" fmla="*/ 85726 h 232414"/>
              <a:gd name="connsiteX56" fmla="*/ 1007865 w 1290758"/>
              <a:gd name="connsiteY56" fmla="*/ 84774 h 232414"/>
              <a:gd name="connsiteX57" fmla="*/ 1061205 w 1290758"/>
              <a:gd name="connsiteY57" fmla="*/ 129542 h 232414"/>
              <a:gd name="connsiteX58" fmla="*/ 1061205 w 1290758"/>
              <a:gd name="connsiteY58" fmla="*/ 209553 h 232414"/>
              <a:gd name="connsiteX59" fmla="*/ 1026915 w 1290758"/>
              <a:gd name="connsiteY59" fmla="*/ 209553 h 232414"/>
              <a:gd name="connsiteX60" fmla="*/ 1026915 w 1290758"/>
              <a:gd name="connsiteY60" fmla="*/ 198123 h 232414"/>
              <a:gd name="connsiteX61" fmla="*/ 992625 w 1290758"/>
              <a:gd name="connsiteY61" fmla="*/ 212411 h 232414"/>
              <a:gd name="connsiteX62" fmla="*/ 949763 w 1290758"/>
              <a:gd name="connsiteY62" fmla="*/ 174310 h 232414"/>
              <a:gd name="connsiteX63" fmla="*/ 993578 w 1290758"/>
              <a:gd name="connsiteY63" fmla="*/ 137162 h 232414"/>
              <a:gd name="connsiteX64" fmla="*/ 1017390 w 1290758"/>
              <a:gd name="connsiteY64" fmla="*/ 137162 h 232414"/>
              <a:gd name="connsiteX65" fmla="*/ 1025963 w 1290758"/>
              <a:gd name="connsiteY65" fmla="*/ 129542 h 232414"/>
              <a:gd name="connsiteX66" fmla="*/ 1025010 w 1290758"/>
              <a:gd name="connsiteY66" fmla="*/ 128590 h 232414"/>
              <a:gd name="connsiteX67" fmla="*/ 1005008 w 1290758"/>
              <a:gd name="connsiteY67" fmla="*/ 114302 h 232414"/>
              <a:gd name="connsiteX68" fmla="*/ 968813 w 1290758"/>
              <a:gd name="connsiteY68" fmla="*/ 125732 h 232414"/>
              <a:gd name="connsiteX69" fmla="*/ 955478 w 1290758"/>
              <a:gd name="connsiteY69" fmla="*/ 100014 h 232414"/>
              <a:gd name="connsiteX70" fmla="*/ 1007865 w 1290758"/>
              <a:gd name="connsiteY70" fmla="*/ 84774 h 232414"/>
              <a:gd name="connsiteX71" fmla="*/ 590671 w 1290758"/>
              <a:gd name="connsiteY71" fmla="*/ 84774 h 232414"/>
              <a:gd name="connsiteX72" fmla="*/ 644011 w 1290758"/>
              <a:gd name="connsiteY72" fmla="*/ 129542 h 232414"/>
              <a:gd name="connsiteX73" fmla="*/ 644011 w 1290758"/>
              <a:gd name="connsiteY73" fmla="*/ 209553 h 232414"/>
              <a:gd name="connsiteX74" fmla="*/ 609721 w 1290758"/>
              <a:gd name="connsiteY74" fmla="*/ 209553 h 232414"/>
              <a:gd name="connsiteX75" fmla="*/ 609721 w 1290758"/>
              <a:gd name="connsiteY75" fmla="*/ 198123 h 232414"/>
              <a:gd name="connsiteX76" fmla="*/ 575431 w 1290758"/>
              <a:gd name="connsiteY76" fmla="*/ 212411 h 232414"/>
              <a:gd name="connsiteX77" fmla="*/ 532569 w 1290758"/>
              <a:gd name="connsiteY77" fmla="*/ 174310 h 232414"/>
              <a:gd name="connsiteX78" fmla="*/ 576384 w 1290758"/>
              <a:gd name="connsiteY78" fmla="*/ 137162 h 232414"/>
              <a:gd name="connsiteX79" fmla="*/ 600196 w 1290758"/>
              <a:gd name="connsiteY79" fmla="*/ 137162 h 232414"/>
              <a:gd name="connsiteX80" fmla="*/ 608769 w 1290758"/>
              <a:gd name="connsiteY80" fmla="*/ 129542 h 232414"/>
              <a:gd name="connsiteX81" fmla="*/ 607816 w 1290758"/>
              <a:gd name="connsiteY81" fmla="*/ 128590 h 232414"/>
              <a:gd name="connsiteX82" fmla="*/ 587814 w 1290758"/>
              <a:gd name="connsiteY82" fmla="*/ 114302 h 232414"/>
              <a:gd name="connsiteX83" fmla="*/ 551619 w 1290758"/>
              <a:gd name="connsiteY83" fmla="*/ 125732 h 232414"/>
              <a:gd name="connsiteX84" fmla="*/ 538284 w 1290758"/>
              <a:gd name="connsiteY84" fmla="*/ 100014 h 232414"/>
              <a:gd name="connsiteX85" fmla="*/ 590671 w 1290758"/>
              <a:gd name="connsiteY85" fmla="*/ 84774 h 232414"/>
              <a:gd name="connsiteX86" fmla="*/ 32507 w 1290758"/>
              <a:gd name="connsiteY86" fmla="*/ 46673 h 232414"/>
              <a:gd name="connsiteX87" fmla="*/ 64892 w 1290758"/>
              <a:gd name="connsiteY87" fmla="*/ 49531 h 232414"/>
              <a:gd name="connsiteX88" fmla="*/ 59177 w 1290758"/>
              <a:gd name="connsiteY88" fmla="*/ 66676 h 232414"/>
              <a:gd name="connsiteX89" fmla="*/ 64892 w 1290758"/>
              <a:gd name="connsiteY89" fmla="*/ 183835 h 232414"/>
              <a:gd name="connsiteX90" fmla="*/ 32507 w 1290758"/>
              <a:gd name="connsiteY90" fmla="*/ 186693 h 232414"/>
              <a:gd name="connsiteX91" fmla="*/ 9647 w 1290758"/>
              <a:gd name="connsiteY91" fmla="*/ 184788 h 232414"/>
              <a:gd name="connsiteX92" fmla="*/ 9647 w 1290758"/>
              <a:gd name="connsiteY92" fmla="*/ 47626 h 232414"/>
              <a:gd name="connsiteX93" fmla="*/ 32507 w 1290758"/>
              <a:gd name="connsiteY93" fmla="*/ 46673 h 232414"/>
              <a:gd name="connsiteX94" fmla="*/ 1092638 w 1290758"/>
              <a:gd name="connsiteY94" fmla="*/ 41911 h 232414"/>
              <a:gd name="connsiteX95" fmla="*/ 1126928 w 1290758"/>
              <a:gd name="connsiteY95" fmla="*/ 41911 h 232414"/>
              <a:gd name="connsiteX96" fmla="*/ 1126928 w 1290758"/>
              <a:gd name="connsiteY96" fmla="*/ 87631 h 232414"/>
              <a:gd name="connsiteX97" fmla="*/ 1153598 w 1290758"/>
              <a:gd name="connsiteY97" fmla="*/ 87631 h 232414"/>
              <a:gd name="connsiteX98" fmla="*/ 1153598 w 1290758"/>
              <a:gd name="connsiteY98" fmla="*/ 117159 h 232414"/>
              <a:gd name="connsiteX99" fmla="*/ 1126928 w 1290758"/>
              <a:gd name="connsiteY99" fmla="*/ 117159 h 232414"/>
              <a:gd name="connsiteX100" fmla="*/ 1126928 w 1290758"/>
              <a:gd name="connsiteY100" fmla="*/ 172405 h 232414"/>
              <a:gd name="connsiteX101" fmla="*/ 1138358 w 1290758"/>
              <a:gd name="connsiteY101" fmla="*/ 180978 h 232414"/>
              <a:gd name="connsiteX102" fmla="*/ 1154550 w 1290758"/>
              <a:gd name="connsiteY102" fmla="*/ 180978 h 232414"/>
              <a:gd name="connsiteX103" fmla="*/ 1154550 w 1290758"/>
              <a:gd name="connsiteY103" fmla="*/ 210506 h 232414"/>
              <a:gd name="connsiteX104" fmla="*/ 1127880 w 1290758"/>
              <a:gd name="connsiteY104" fmla="*/ 212411 h 232414"/>
              <a:gd name="connsiteX105" fmla="*/ 1092638 w 1290758"/>
              <a:gd name="connsiteY105" fmla="*/ 184788 h 232414"/>
              <a:gd name="connsiteX106" fmla="*/ 1092638 w 1290758"/>
              <a:gd name="connsiteY106" fmla="*/ 118112 h 232414"/>
              <a:gd name="connsiteX107" fmla="*/ 1073588 w 1290758"/>
              <a:gd name="connsiteY107" fmla="*/ 118112 h 232414"/>
              <a:gd name="connsiteX108" fmla="*/ 1073588 w 1290758"/>
              <a:gd name="connsiteY108" fmla="*/ 88584 h 232414"/>
              <a:gd name="connsiteX109" fmla="*/ 1092638 w 1290758"/>
              <a:gd name="connsiteY109" fmla="*/ 88584 h 232414"/>
              <a:gd name="connsiteX110" fmla="*/ 786886 w 1290758"/>
              <a:gd name="connsiteY110" fmla="*/ 23813 h 232414"/>
              <a:gd name="connsiteX111" fmla="*/ 808793 w 1290758"/>
              <a:gd name="connsiteY111" fmla="*/ 45721 h 232414"/>
              <a:gd name="connsiteX112" fmla="*/ 786886 w 1290758"/>
              <a:gd name="connsiteY112" fmla="*/ 67629 h 232414"/>
              <a:gd name="connsiteX113" fmla="*/ 764978 w 1290758"/>
              <a:gd name="connsiteY113" fmla="*/ 45721 h 232414"/>
              <a:gd name="connsiteX114" fmla="*/ 786886 w 1290758"/>
              <a:gd name="connsiteY114" fmla="*/ 23813 h 232414"/>
              <a:gd name="connsiteX115" fmla="*/ 478277 w 1290758"/>
              <a:gd name="connsiteY115" fmla="*/ 23813 h 232414"/>
              <a:gd name="connsiteX116" fmla="*/ 512567 w 1290758"/>
              <a:gd name="connsiteY116" fmla="*/ 23813 h 232414"/>
              <a:gd name="connsiteX117" fmla="*/ 512567 w 1290758"/>
              <a:gd name="connsiteY117" fmla="*/ 209553 h 232414"/>
              <a:gd name="connsiteX118" fmla="*/ 478277 w 1290758"/>
              <a:gd name="connsiteY118" fmla="*/ 209553 h 232414"/>
              <a:gd name="connsiteX119" fmla="*/ 367787 w 1290758"/>
              <a:gd name="connsiteY119" fmla="*/ 20003 h 232414"/>
              <a:gd name="connsiteX120" fmla="*/ 459227 w 1290758"/>
              <a:gd name="connsiteY120" fmla="*/ 89537 h 232414"/>
              <a:gd name="connsiteX121" fmla="*/ 418269 w 1290758"/>
              <a:gd name="connsiteY121" fmla="*/ 89537 h 232414"/>
              <a:gd name="connsiteX122" fmla="*/ 368739 w 1290758"/>
              <a:gd name="connsiteY122" fmla="*/ 54294 h 232414"/>
              <a:gd name="connsiteX123" fmla="*/ 310637 w 1290758"/>
              <a:gd name="connsiteY123" fmla="*/ 116207 h 232414"/>
              <a:gd name="connsiteX124" fmla="*/ 368739 w 1290758"/>
              <a:gd name="connsiteY124" fmla="*/ 178121 h 232414"/>
              <a:gd name="connsiteX125" fmla="*/ 419222 w 1290758"/>
              <a:gd name="connsiteY125" fmla="*/ 142877 h 232414"/>
              <a:gd name="connsiteX126" fmla="*/ 459227 w 1290758"/>
              <a:gd name="connsiteY126" fmla="*/ 142877 h 232414"/>
              <a:gd name="connsiteX127" fmla="*/ 367787 w 1290758"/>
              <a:gd name="connsiteY127" fmla="*/ 212411 h 232414"/>
              <a:gd name="connsiteX128" fmla="*/ 270632 w 1290758"/>
              <a:gd name="connsiteY128" fmla="*/ 116207 h 232414"/>
              <a:gd name="connsiteX129" fmla="*/ 367787 w 1290758"/>
              <a:gd name="connsiteY129" fmla="*/ 20003 h 232414"/>
              <a:gd name="connsiteX130" fmla="*/ 91563 w 1290758"/>
              <a:gd name="connsiteY130" fmla="*/ 0 h 232414"/>
              <a:gd name="connsiteX131" fmla="*/ 209673 w 1290758"/>
              <a:gd name="connsiteY131" fmla="*/ 68581 h 232414"/>
              <a:gd name="connsiteX132" fmla="*/ 181098 w 1290758"/>
              <a:gd name="connsiteY132" fmla="*/ 116207 h 232414"/>
              <a:gd name="connsiteX133" fmla="*/ 64893 w 1290758"/>
              <a:gd name="connsiteY133" fmla="*/ 48578 h 232414"/>
              <a:gd name="connsiteX134" fmla="*/ 91563 w 1290758"/>
              <a:gd name="connsiteY134" fmla="*/ 0 h 23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290758" h="232414">
                <a:moveTo>
                  <a:pt x="1025010" y="157165"/>
                </a:moveTo>
                <a:cubicBezTo>
                  <a:pt x="1023105" y="159070"/>
                  <a:pt x="1019295" y="160023"/>
                  <a:pt x="1014533" y="160023"/>
                </a:cubicBezTo>
                <a:lnTo>
                  <a:pt x="1001198" y="160023"/>
                </a:lnTo>
                <a:cubicBezTo>
                  <a:pt x="990720" y="160023"/>
                  <a:pt x="984053" y="164785"/>
                  <a:pt x="984053" y="173358"/>
                </a:cubicBezTo>
                <a:cubicBezTo>
                  <a:pt x="984053" y="181931"/>
                  <a:pt x="990720" y="187646"/>
                  <a:pt x="1001198" y="187646"/>
                </a:cubicBezTo>
                <a:cubicBezTo>
                  <a:pt x="1011675" y="187646"/>
                  <a:pt x="1025010" y="180978"/>
                  <a:pt x="1025010" y="165738"/>
                </a:cubicBezTo>
                <a:close/>
                <a:moveTo>
                  <a:pt x="607816" y="157165"/>
                </a:moveTo>
                <a:cubicBezTo>
                  <a:pt x="605911" y="159070"/>
                  <a:pt x="602101" y="160023"/>
                  <a:pt x="597339" y="160023"/>
                </a:cubicBezTo>
                <a:lnTo>
                  <a:pt x="584004" y="160023"/>
                </a:lnTo>
                <a:cubicBezTo>
                  <a:pt x="573526" y="160023"/>
                  <a:pt x="566859" y="164785"/>
                  <a:pt x="566859" y="173358"/>
                </a:cubicBezTo>
                <a:cubicBezTo>
                  <a:pt x="566859" y="181931"/>
                  <a:pt x="573526" y="187646"/>
                  <a:pt x="584004" y="187646"/>
                </a:cubicBezTo>
                <a:cubicBezTo>
                  <a:pt x="594481" y="187646"/>
                  <a:pt x="607816" y="180978"/>
                  <a:pt x="607816" y="165738"/>
                </a:cubicBezTo>
                <a:close/>
                <a:moveTo>
                  <a:pt x="182050" y="116207"/>
                </a:moveTo>
                <a:cubicBezTo>
                  <a:pt x="193480" y="130495"/>
                  <a:pt x="203005" y="146687"/>
                  <a:pt x="210625" y="163833"/>
                </a:cubicBezTo>
                <a:cubicBezTo>
                  <a:pt x="178240" y="197171"/>
                  <a:pt x="137283" y="220984"/>
                  <a:pt x="91563" y="232414"/>
                </a:cubicBezTo>
                <a:cubicBezTo>
                  <a:pt x="86800" y="226699"/>
                  <a:pt x="82038" y="220031"/>
                  <a:pt x="78228" y="213364"/>
                </a:cubicBezTo>
                <a:cubicBezTo>
                  <a:pt x="73465" y="203838"/>
                  <a:pt x="68703" y="193361"/>
                  <a:pt x="64893" y="183836"/>
                </a:cubicBezTo>
                <a:cubicBezTo>
                  <a:pt x="111565" y="176215"/>
                  <a:pt x="152523" y="151450"/>
                  <a:pt x="182050" y="116207"/>
                </a:cubicBezTo>
                <a:close/>
                <a:moveTo>
                  <a:pt x="1226941" y="113349"/>
                </a:moveTo>
                <a:cubicBezTo>
                  <a:pt x="1212653" y="113349"/>
                  <a:pt x="1202176" y="121922"/>
                  <a:pt x="1199318" y="135257"/>
                </a:cubicBezTo>
                <a:lnTo>
                  <a:pt x="1253611" y="135257"/>
                </a:lnTo>
                <a:cubicBezTo>
                  <a:pt x="1251706" y="122874"/>
                  <a:pt x="1241228" y="113349"/>
                  <a:pt x="1226941" y="113349"/>
                </a:cubicBezTo>
                <a:close/>
                <a:moveTo>
                  <a:pt x="754501" y="87632"/>
                </a:moveTo>
                <a:lnTo>
                  <a:pt x="805936" y="87632"/>
                </a:lnTo>
                <a:lnTo>
                  <a:pt x="805936" y="209553"/>
                </a:lnTo>
                <a:lnTo>
                  <a:pt x="771646" y="209553"/>
                </a:lnTo>
                <a:lnTo>
                  <a:pt x="771646" y="117159"/>
                </a:lnTo>
                <a:lnTo>
                  <a:pt x="754501" y="117159"/>
                </a:lnTo>
                <a:close/>
                <a:moveTo>
                  <a:pt x="818319" y="87631"/>
                </a:moveTo>
                <a:lnTo>
                  <a:pt x="855466" y="87631"/>
                </a:lnTo>
                <a:lnTo>
                  <a:pt x="883089" y="172405"/>
                </a:lnTo>
                <a:lnTo>
                  <a:pt x="910711" y="87631"/>
                </a:lnTo>
                <a:lnTo>
                  <a:pt x="946906" y="87631"/>
                </a:lnTo>
                <a:lnTo>
                  <a:pt x="903091" y="209553"/>
                </a:lnTo>
                <a:lnTo>
                  <a:pt x="860229" y="209553"/>
                </a:lnTo>
                <a:close/>
                <a:moveTo>
                  <a:pt x="1226941" y="85726"/>
                </a:moveTo>
                <a:cubicBezTo>
                  <a:pt x="1263136" y="85726"/>
                  <a:pt x="1290758" y="107634"/>
                  <a:pt x="1290758" y="158117"/>
                </a:cubicBezTo>
                <a:lnTo>
                  <a:pt x="1290758" y="159070"/>
                </a:lnTo>
                <a:lnTo>
                  <a:pt x="1200271" y="159070"/>
                </a:lnTo>
                <a:cubicBezTo>
                  <a:pt x="1202176" y="172405"/>
                  <a:pt x="1212653" y="183835"/>
                  <a:pt x="1227893" y="183835"/>
                </a:cubicBezTo>
                <a:cubicBezTo>
                  <a:pt x="1243133" y="183835"/>
                  <a:pt x="1247896" y="179072"/>
                  <a:pt x="1252658" y="171452"/>
                </a:cubicBezTo>
                <a:lnTo>
                  <a:pt x="1288853" y="175262"/>
                </a:lnTo>
                <a:cubicBezTo>
                  <a:pt x="1278376" y="200980"/>
                  <a:pt x="1255516" y="213363"/>
                  <a:pt x="1227893" y="213363"/>
                </a:cubicBezTo>
                <a:cubicBezTo>
                  <a:pt x="1200271" y="213363"/>
                  <a:pt x="1164076" y="186693"/>
                  <a:pt x="1164076" y="149545"/>
                </a:cubicBezTo>
                <a:cubicBezTo>
                  <a:pt x="1164076" y="112396"/>
                  <a:pt x="1190746" y="85726"/>
                  <a:pt x="1226941" y="85726"/>
                </a:cubicBezTo>
                <a:close/>
                <a:moveTo>
                  <a:pt x="727831" y="85726"/>
                </a:moveTo>
                <a:cubicBezTo>
                  <a:pt x="743071" y="85726"/>
                  <a:pt x="734498" y="85726"/>
                  <a:pt x="737356" y="86679"/>
                </a:cubicBezTo>
                <a:cubicBezTo>
                  <a:pt x="737356" y="86679"/>
                  <a:pt x="737356" y="121922"/>
                  <a:pt x="737356" y="121922"/>
                </a:cubicBezTo>
                <a:lnTo>
                  <a:pt x="723068" y="121922"/>
                </a:lnTo>
                <a:cubicBezTo>
                  <a:pt x="705923" y="121922"/>
                  <a:pt x="697351" y="130494"/>
                  <a:pt x="697351" y="151450"/>
                </a:cubicBezTo>
                <a:lnTo>
                  <a:pt x="697351" y="209553"/>
                </a:lnTo>
                <a:lnTo>
                  <a:pt x="663061" y="209553"/>
                </a:lnTo>
                <a:lnTo>
                  <a:pt x="663061" y="87631"/>
                </a:lnTo>
                <a:lnTo>
                  <a:pt x="696398" y="87631"/>
                </a:lnTo>
                <a:lnTo>
                  <a:pt x="696398" y="106681"/>
                </a:lnTo>
                <a:cubicBezTo>
                  <a:pt x="701161" y="93346"/>
                  <a:pt x="712591" y="85726"/>
                  <a:pt x="727831" y="85726"/>
                </a:cubicBezTo>
                <a:close/>
                <a:moveTo>
                  <a:pt x="1007865" y="84774"/>
                </a:moveTo>
                <a:cubicBezTo>
                  <a:pt x="1037393" y="84774"/>
                  <a:pt x="1061205" y="97157"/>
                  <a:pt x="1061205" y="129542"/>
                </a:cubicBezTo>
                <a:lnTo>
                  <a:pt x="1061205" y="209553"/>
                </a:lnTo>
                <a:lnTo>
                  <a:pt x="1026915" y="209553"/>
                </a:lnTo>
                <a:lnTo>
                  <a:pt x="1026915" y="198123"/>
                </a:lnTo>
                <a:cubicBezTo>
                  <a:pt x="1020248" y="207648"/>
                  <a:pt x="1006913" y="212411"/>
                  <a:pt x="992625" y="212411"/>
                </a:cubicBezTo>
                <a:cubicBezTo>
                  <a:pt x="966908" y="212411"/>
                  <a:pt x="949763" y="194313"/>
                  <a:pt x="949763" y="174310"/>
                </a:cubicBezTo>
                <a:cubicBezTo>
                  <a:pt x="949763" y="154308"/>
                  <a:pt x="966908" y="137162"/>
                  <a:pt x="993578" y="137162"/>
                </a:cubicBezTo>
                <a:lnTo>
                  <a:pt x="1017390" y="137162"/>
                </a:lnTo>
                <a:cubicBezTo>
                  <a:pt x="1023105" y="137162"/>
                  <a:pt x="1025963" y="134305"/>
                  <a:pt x="1025963" y="129542"/>
                </a:cubicBezTo>
                <a:lnTo>
                  <a:pt x="1025010" y="128590"/>
                </a:lnTo>
                <a:cubicBezTo>
                  <a:pt x="1025010" y="120017"/>
                  <a:pt x="1018343" y="114302"/>
                  <a:pt x="1005008" y="114302"/>
                </a:cubicBezTo>
                <a:cubicBezTo>
                  <a:pt x="991673" y="114302"/>
                  <a:pt x="977385" y="120017"/>
                  <a:pt x="968813" y="125732"/>
                </a:cubicBezTo>
                <a:lnTo>
                  <a:pt x="955478" y="100014"/>
                </a:lnTo>
                <a:cubicBezTo>
                  <a:pt x="955478" y="100014"/>
                  <a:pt x="978338" y="84774"/>
                  <a:pt x="1007865" y="84774"/>
                </a:cubicBezTo>
                <a:close/>
                <a:moveTo>
                  <a:pt x="590671" y="84774"/>
                </a:moveTo>
                <a:cubicBezTo>
                  <a:pt x="620199" y="84774"/>
                  <a:pt x="644011" y="97157"/>
                  <a:pt x="644011" y="129542"/>
                </a:cubicBezTo>
                <a:lnTo>
                  <a:pt x="644011" y="209553"/>
                </a:lnTo>
                <a:lnTo>
                  <a:pt x="609721" y="209553"/>
                </a:lnTo>
                <a:lnTo>
                  <a:pt x="609721" y="198123"/>
                </a:lnTo>
                <a:cubicBezTo>
                  <a:pt x="603054" y="207648"/>
                  <a:pt x="589719" y="212411"/>
                  <a:pt x="575431" y="212411"/>
                </a:cubicBezTo>
                <a:cubicBezTo>
                  <a:pt x="549714" y="212411"/>
                  <a:pt x="532569" y="194313"/>
                  <a:pt x="532569" y="174310"/>
                </a:cubicBezTo>
                <a:cubicBezTo>
                  <a:pt x="532569" y="154308"/>
                  <a:pt x="549714" y="137162"/>
                  <a:pt x="576384" y="137162"/>
                </a:cubicBezTo>
                <a:lnTo>
                  <a:pt x="600196" y="137162"/>
                </a:lnTo>
                <a:cubicBezTo>
                  <a:pt x="605911" y="137162"/>
                  <a:pt x="608769" y="134305"/>
                  <a:pt x="608769" y="129542"/>
                </a:cubicBezTo>
                <a:lnTo>
                  <a:pt x="607816" y="128590"/>
                </a:lnTo>
                <a:cubicBezTo>
                  <a:pt x="607816" y="120017"/>
                  <a:pt x="601149" y="114302"/>
                  <a:pt x="587814" y="114302"/>
                </a:cubicBezTo>
                <a:cubicBezTo>
                  <a:pt x="574479" y="114302"/>
                  <a:pt x="560191" y="120017"/>
                  <a:pt x="551619" y="125732"/>
                </a:cubicBezTo>
                <a:lnTo>
                  <a:pt x="538284" y="100014"/>
                </a:lnTo>
                <a:cubicBezTo>
                  <a:pt x="538284" y="100014"/>
                  <a:pt x="561144" y="84774"/>
                  <a:pt x="590671" y="84774"/>
                </a:cubicBezTo>
                <a:close/>
                <a:moveTo>
                  <a:pt x="32507" y="46673"/>
                </a:moveTo>
                <a:cubicBezTo>
                  <a:pt x="43937" y="46673"/>
                  <a:pt x="54415" y="47626"/>
                  <a:pt x="64892" y="49531"/>
                </a:cubicBezTo>
                <a:cubicBezTo>
                  <a:pt x="62987" y="55246"/>
                  <a:pt x="61082" y="60961"/>
                  <a:pt x="59177" y="66676"/>
                </a:cubicBezTo>
                <a:cubicBezTo>
                  <a:pt x="48700" y="105729"/>
                  <a:pt x="50605" y="146687"/>
                  <a:pt x="64892" y="183835"/>
                </a:cubicBezTo>
                <a:cubicBezTo>
                  <a:pt x="54415" y="185740"/>
                  <a:pt x="43937" y="186693"/>
                  <a:pt x="32507" y="186693"/>
                </a:cubicBezTo>
                <a:cubicBezTo>
                  <a:pt x="24887" y="186693"/>
                  <a:pt x="17267" y="184788"/>
                  <a:pt x="9647" y="184788"/>
                </a:cubicBezTo>
                <a:cubicBezTo>
                  <a:pt x="-3688" y="139067"/>
                  <a:pt x="-2735" y="91441"/>
                  <a:pt x="9647" y="47626"/>
                </a:cubicBezTo>
                <a:cubicBezTo>
                  <a:pt x="17267" y="46673"/>
                  <a:pt x="21077" y="46673"/>
                  <a:pt x="32507" y="46673"/>
                </a:cubicBezTo>
                <a:close/>
                <a:moveTo>
                  <a:pt x="1092638" y="41911"/>
                </a:moveTo>
                <a:lnTo>
                  <a:pt x="1126928" y="41911"/>
                </a:lnTo>
                <a:lnTo>
                  <a:pt x="1126928" y="87631"/>
                </a:lnTo>
                <a:lnTo>
                  <a:pt x="1153598" y="87631"/>
                </a:lnTo>
                <a:lnTo>
                  <a:pt x="1153598" y="117159"/>
                </a:lnTo>
                <a:lnTo>
                  <a:pt x="1126928" y="117159"/>
                </a:lnTo>
                <a:lnTo>
                  <a:pt x="1126928" y="172405"/>
                </a:lnTo>
                <a:cubicBezTo>
                  <a:pt x="1126928" y="180025"/>
                  <a:pt x="1132643" y="180978"/>
                  <a:pt x="1138358" y="180978"/>
                </a:cubicBezTo>
                <a:cubicBezTo>
                  <a:pt x="1146930" y="180978"/>
                  <a:pt x="1154550" y="180978"/>
                  <a:pt x="1154550" y="180978"/>
                </a:cubicBezTo>
                <a:lnTo>
                  <a:pt x="1154550" y="210506"/>
                </a:lnTo>
                <a:cubicBezTo>
                  <a:pt x="1154550" y="210506"/>
                  <a:pt x="1137405" y="212411"/>
                  <a:pt x="1127880" y="212411"/>
                </a:cubicBezTo>
                <a:cubicBezTo>
                  <a:pt x="1110735" y="212411"/>
                  <a:pt x="1092638" y="209553"/>
                  <a:pt x="1092638" y="184788"/>
                </a:cubicBezTo>
                <a:lnTo>
                  <a:pt x="1092638" y="118112"/>
                </a:lnTo>
                <a:lnTo>
                  <a:pt x="1073588" y="118112"/>
                </a:lnTo>
                <a:lnTo>
                  <a:pt x="1073588" y="88584"/>
                </a:lnTo>
                <a:lnTo>
                  <a:pt x="1092638" y="88584"/>
                </a:lnTo>
                <a:close/>
                <a:moveTo>
                  <a:pt x="786886" y="23813"/>
                </a:moveTo>
                <a:cubicBezTo>
                  <a:pt x="799268" y="23813"/>
                  <a:pt x="808793" y="34291"/>
                  <a:pt x="808793" y="45721"/>
                </a:cubicBezTo>
                <a:cubicBezTo>
                  <a:pt x="808793" y="57151"/>
                  <a:pt x="799268" y="67629"/>
                  <a:pt x="786886" y="67629"/>
                </a:cubicBezTo>
                <a:cubicBezTo>
                  <a:pt x="774503" y="67629"/>
                  <a:pt x="764978" y="58104"/>
                  <a:pt x="764978" y="45721"/>
                </a:cubicBezTo>
                <a:cubicBezTo>
                  <a:pt x="764978" y="33338"/>
                  <a:pt x="774503" y="23813"/>
                  <a:pt x="786886" y="23813"/>
                </a:cubicBezTo>
                <a:close/>
                <a:moveTo>
                  <a:pt x="478277" y="23813"/>
                </a:moveTo>
                <a:lnTo>
                  <a:pt x="512567" y="23813"/>
                </a:lnTo>
                <a:lnTo>
                  <a:pt x="512567" y="209553"/>
                </a:lnTo>
                <a:lnTo>
                  <a:pt x="478277" y="209553"/>
                </a:lnTo>
                <a:close/>
                <a:moveTo>
                  <a:pt x="367787" y="20003"/>
                </a:moveTo>
                <a:cubicBezTo>
                  <a:pt x="423032" y="20003"/>
                  <a:pt x="447797" y="45721"/>
                  <a:pt x="459227" y="89537"/>
                </a:cubicBezTo>
                <a:lnTo>
                  <a:pt x="418269" y="89537"/>
                </a:lnTo>
                <a:cubicBezTo>
                  <a:pt x="411602" y="67629"/>
                  <a:pt x="392552" y="54294"/>
                  <a:pt x="368739" y="54294"/>
                </a:cubicBezTo>
                <a:cubicBezTo>
                  <a:pt x="333497" y="54294"/>
                  <a:pt x="310637" y="80964"/>
                  <a:pt x="310637" y="116207"/>
                </a:cubicBezTo>
                <a:cubicBezTo>
                  <a:pt x="310637" y="151450"/>
                  <a:pt x="333497" y="178121"/>
                  <a:pt x="368739" y="178121"/>
                </a:cubicBezTo>
                <a:cubicBezTo>
                  <a:pt x="393504" y="178121"/>
                  <a:pt x="412554" y="164785"/>
                  <a:pt x="419222" y="142877"/>
                </a:cubicBezTo>
                <a:lnTo>
                  <a:pt x="459227" y="142877"/>
                </a:lnTo>
                <a:cubicBezTo>
                  <a:pt x="448749" y="186693"/>
                  <a:pt x="409697" y="212411"/>
                  <a:pt x="367787" y="212411"/>
                </a:cubicBezTo>
                <a:cubicBezTo>
                  <a:pt x="325877" y="212411"/>
                  <a:pt x="270632" y="172405"/>
                  <a:pt x="270632" y="116207"/>
                </a:cubicBezTo>
                <a:cubicBezTo>
                  <a:pt x="270632" y="60009"/>
                  <a:pt x="312542" y="20003"/>
                  <a:pt x="367787" y="20003"/>
                </a:cubicBezTo>
                <a:close/>
                <a:moveTo>
                  <a:pt x="91563" y="0"/>
                </a:moveTo>
                <a:cubicBezTo>
                  <a:pt x="137283" y="11430"/>
                  <a:pt x="178240" y="36196"/>
                  <a:pt x="209673" y="68581"/>
                </a:cubicBezTo>
                <a:cubicBezTo>
                  <a:pt x="203005" y="85726"/>
                  <a:pt x="192528" y="101919"/>
                  <a:pt x="181098" y="116207"/>
                </a:cubicBezTo>
                <a:cubicBezTo>
                  <a:pt x="152523" y="80964"/>
                  <a:pt x="111565" y="56198"/>
                  <a:pt x="64893" y="48578"/>
                </a:cubicBezTo>
                <a:cubicBezTo>
                  <a:pt x="71560" y="31433"/>
                  <a:pt x="80133" y="15240"/>
                  <a:pt x="91563" y="0"/>
                </a:cubicBezTo>
                <a:close/>
              </a:path>
            </a:pathLst>
          </a:custGeom>
          <a:solidFill>
            <a:schemeClr val="bg1"/>
          </a:solidFill>
          <a:ln w="775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351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- 2 or 3 lines - Citr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C2CE3A-10E3-A0F1-A206-74B0BF2E2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" y="1012"/>
            <a:ext cx="12188400" cy="6855975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E004001-F9FA-DB49-B103-7D69482E21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6" y="2708275"/>
            <a:ext cx="9498748" cy="1588441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ctr">
              <a:lnSpc>
                <a:spcPct val="85000"/>
              </a:lnSpc>
              <a:buNone/>
              <a:defRPr sz="5400" spc="-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Dark pattern cover two or three line title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52E3981-AF30-649F-42FB-9DDE6BCA1A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79" y="4383735"/>
            <a:ext cx="9495141" cy="281703"/>
          </a:xfrm>
          <a:prstGeom prst="rect">
            <a:avLst/>
          </a:prstGeom>
        </p:spPr>
        <p:txBody>
          <a:bodyPr lIns="0" tIns="36000" rIns="0" bIns="0" anchor="t" anchorCtr="0">
            <a:noAutofit/>
          </a:bodyPr>
          <a:lstStyle>
            <a:lvl1pPr marL="0" indent="0" algn="ctr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9C182B8-C7DD-EE7B-F51B-FA5E11F3C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7332" y="6313233"/>
            <a:ext cx="2532586" cy="177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lnSpc>
                <a:spcPct val="9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Forename Surname</a:t>
            </a:r>
            <a:endParaRPr lang="en-GB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C38E137-2FCE-14E8-AECF-571F9A547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3610" y="6312625"/>
            <a:ext cx="2542116" cy="177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Month 00, 0000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069AED8-B383-E3ED-1315-7BCB2C145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2400" y="6291099"/>
            <a:ext cx="7200" cy="2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**COMPOUND SHAPE CUT OUT**">
            <a:extLst>
              <a:ext uri="{FF2B5EF4-FFF2-40B4-BE49-F238E27FC236}">
                <a16:creationId xmlns:a16="http://schemas.microsoft.com/office/drawing/2014/main" id="{320A19F6-BBD7-2442-4BCA-A4FBF62E25C8}"/>
              </a:ext>
            </a:extLst>
          </p:cNvPr>
          <p:cNvSpPr/>
          <p:nvPr userDrawn="1"/>
        </p:nvSpPr>
        <p:spPr>
          <a:xfrm>
            <a:off x="5342592" y="438620"/>
            <a:ext cx="1506816" cy="271318"/>
          </a:xfrm>
          <a:custGeom>
            <a:avLst/>
            <a:gdLst>
              <a:gd name="connsiteX0" fmla="*/ 1025010 w 1290758"/>
              <a:gd name="connsiteY0" fmla="*/ 157165 h 232414"/>
              <a:gd name="connsiteX1" fmla="*/ 1014533 w 1290758"/>
              <a:gd name="connsiteY1" fmla="*/ 160023 h 232414"/>
              <a:gd name="connsiteX2" fmla="*/ 1001198 w 1290758"/>
              <a:gd name="connsiteY2" fmla="*/ 160023 h 232414"/>
              <a:gd name="connsiteX3" fmla="*/ 984053 w 1290758"/>
              <a:gd name="connsiteY3" fmla="*/ 173358 h 232414"/>
              <a:gd name="connsiteX4" fmla="*/ 1001198 w 1290758"/>
              <a:gd name="connsiteY4" fmla="*/ 187646 h 232414"/>
              <a:gd name="connsiteX5" fmla="*/ 1025010 w 1290758"/>
              <a:gd name="connsiteY5" fmla="*/ 165738 h 232414"/>
              <a:gd name="connsiteX6" fmla="*/ 607816 w 1290758"/>
              <a:gd name="connsiteY6" fmla="*/ 157165 h 232414"/>
              <a:gd name="connsiteX7" fmla="*/ 597339 w 1290758"/>
              <a:gd name="connsiteY7" fmla="*/ 160023 h 232414"/>
              <a:gd name="connsiteX8" fmla="*/ 584004 w 1290758"/>
              <a:gd name="connsiteY8" fmla="*/ 160023 h 232414"/>
              <a:gd name="connsiteX9" fmla="*/ 566859 w 1290758"/>
              <a:gd name="connsiteY9" fmla="*/ 173358 h 232414"/>
              <a:gd name="connsiteX10" fmla="*/ 584004 w 1290758"/>
              <a:gd name="connsiteY10" fmla="*/ 187646 h 232414"/>
              <a:gd name="connsiteX11" fmla="*/ 607816 w 1290758"/>
              <a:gd name="connsiteY11" fmla="*/ 165738 h 232414"/>
              <a:gd name="connsiteX12" fmla="*/ 182050 w 1290758"/>
              <a:gd name="connsiteY12" fmla="*/ 116207 h 232414"/>
              <a:gd name="connsiteX13" fmla="*/ 210625 w 1290758"/>
              <a:gd name="connsiteY13" fmla="*/ 163833 h 232414"/>
              <a:gd name="connsiteX14" fmla="*/ 91563 w 1290758"/>
              <a:gd name="connsiteY14" fmla="*/ 232414 h 232414"/>
              <a:gd name="connsiteX15" fmla="*/ 78228 w 1290758"/>
              <a:gd name="connsiteY15" fmla="*/ 213364 h 232414"/>
              <a:gd name="connsiteX16" fmla="*/ 64893 w 1290758"/>
              <a:gd name="connsiteY16" fmla="*/ 183836 h 232414"/>
              <a:gd name="connsiteX17" fmla="*/ 182050 w 1290758"/>
              <a:gd name="connsiteY17" fmla="*/ 116207 h 232414"/>
              <a:gd name="connsiteX18" fmla="*/ 1226941 w 1290758"/>
              <a:gd name="connsiteY18" fmla="*/ 113349 h 232414"/>
              <a:gd name="connsiteX19" fmla="*/ 1199318 w 1290758"/>
              <a:gd name="connsiteY19" fmla="*/ 135257 h 232414"/>
              <a:gd name="connsiteX20" fmla="*/ 1253611 w 1290758"/>
              <a:gd name="connsiteY20" fmla="*/ 135257 h 232414"/>
              <a:gd name="connsiteX21" fmla="*/ 1226941 w 1290758"/>
              <a:gd name="connsiteY21" fmla="*/ 113349 h 232414"/>
              <a:gd name="connsiteX22" fmla="*/ 754501 w 1290758"/>
              <a:gd name="connsiteY22" fmla="*/ 87632 h 232414"/>
              <a:gd name="connsiteX23" fmla="*/ 805936 w 1290758"/>
              <a:gd name="connsiteY23" fmla="*/ 87632 h 232414"/>
              <a:gd name="connsiteX24" fmla="*/ 805936 w 1290758"/>
              <a:gd name="connsiteY24" fmla="*/ 209553 h 232414"/>
              <a:gd name="connsiteX25" fmla="*/ 771646 w 1290758"/>
              <a:gd name="connsiteY25" fmla="*/ 209553 h 232414"/>
              <a:gd name="connsiteX26" fmla="*/ 771646 w 1290758"/>
              <a:gd name="connsiteY26" fmla="*/ 117159 h 232414"/>
              <a:gd name="connsiteX27" fmla="*/ 754501 w 1290758"/>
              <a:gd name="connsiteY27" fmla="*/ 117159 h 232414"/>
              <a:gd name="connsiteX28" fmla="*/ 818319 w 1290758"/>
              <a:gd name="connsiteY28" fmla="*/ 87631 h 232414"/>
              <a:gd name="connsiteX29" fmla="*/ 855466 w 1290758"/>
              <a:gd name="connsiteY29" fmla="*/ 87631 h 232414"/>
              <a:gd name="connsiteX30" fmla="*/ 883089 w 1290758"/>
              <a:gd name="connsiteY30" fmla="*/ 172405 h 232414"/>
              <a:gd name="connsiteX31" fmla="*/ 910711 w 1290758"/>
              <a:gd name="connsiteY31" fmla="*/ 87631 h 232414"/>
              <a:gd name="connsiteX32" fmla="*/ 946906 w 1290758"/>
              <a:gd name="connsiteY32" fmla="*/ 87631 h 232414"/>
              <a:gd name="connsiteX33" fmla="*/ 903091 w 1290758"/>
              <a:gd name="connsiteY33" fmla="*/ 209553 h 232414"/>
              <a:gd name="connsiteX34" fmla="*/ 860229 w 1290758"/>
              <a:gd name="connsiteY34" fmla="*/ 209553 h 232414"/>
              <a:gd name="connsiteX35" fmla="*/ 1226941 w 1290758"/>
              <a:gd name="connsiteY35" fmla="*/ 85726 h 232414"/>
              <a:gd name="connsiteX36" fmla="*/ 1290758 w 1290758"/>
              <a:gd name="connsiteY36" fmla="*/ 158117 h 232414"/>
              <a:gd name="connsiteX37" fmla="*/ 1290758 w 1290758"/>
              <a:gd name="connsiteY37" fmla="*/ 159070 h 232414"/>
              <a:gd name="connsiteX38" fmla="*/ 1200271 w 1290758"/>
              <a:gd name="connsiteY38" fmla="*/ 159070 h 232414"/>
              <a:gd name="connsiteX39" fmla="*/ 1227893 w 1290758"/>
              <a:gd name="connsiteY39" fmla="*/ 183835 h 232414"/>
              <a:gd name="connsiteX40" fmla="*/ 1252658 w 1290758"/>
              <a:gd name="connsiteY40" fmla="*/ 171452 h 232414"/>
              <a:gd name="connsiteX41" fmla="*/ 1288853 w 1290758"/>
              <a:gd name="connsiteY41" fmla="*/ 175262 h 232414"/>
              <a:gd name="connsiteX42" fmla="*/ 1227893 w 1290758"/>
              <a:gd name="connsiteY42" fmla="*/ 213363 h 232414"/>
              <a:gd name="connsiteX43" fmla="*/ 1164076 w 1290758"/>
              <a:gd name="connsiteY43" fmla="*/ 149545 h 232414"/>
              <a:gd name="connsiteX44" fmla="*/ 1226941 w 1290758"/>
              <a:gd name="connsiteY44" fmla="*/ 85726 h 232414"/>
              <a:gd name="connsiteX45" fmla="*/ 727831 w 1290758"/>
              <a:gd name="connsiteY45" fmla="*/ 85726 h 232414"/>
              <a:gd name="connsiteX46" fmla="*/ 737356 w 1290758"/>
              <a:gd name="connsiteY46" fmla="*/ 86679 h 232414"/>
              <a:gd name="connsiteX47" fmla="*/ 737356 w 1290758"/>
              <a:gd name="connsiteY47" fmla="*/ 121922 h 232414"/>
              <a:gd name="connsiteX48" fmla="*/ 723068 w 1290758"/>
              <a:gd name="connsiteY48" fmla="*/ 121922 h 232414"/>
              <a:gd name="connsiteX49" fmla="*/ 697351 w 1290758"/>
              <a:gd name="connsiteY49" fmla="*/ 151450 h 232414"/>
              <a:gd name="connsiteX50" fmla="*/ 697351 w 1290758"/>
              <a:gd name="connsiteY50" fmla="*/ 209553 h 232414"/>
              <a:gd name="connsiteX51" fmla="*/ 663061 w 1290758"/>
              <a:gd name="connsiteY51" fmla="*/ 209553 h 232414"/>
              <a:gd name="connsiteX52" fmla="*/ 663061 w 1290758"/>
              <a:gd name="connsiteY52" fmla="*/ 87631 h 232414"/>
              <a:gd name="connsiteX53" fmla="*/ 696398 w 1290758"/>
              <a:gd name="connsiteY53" fmla="*/ 87631 h 232414"/>
              <a:gd name="connsiteX54" fmla="*/ 696398 w 1290758"/>
              <a:gd name="connsiteY54" fmla="*/ 106681 h 232414"/>
              <a:gd name="connsiteX55" fmla="*/ 727831 w 1290758"/>
              <a:gd name="connsiteY55" fmla="*/ 85726 h 232414"/>
              <a:gd name="connsiteX56" fmla="*/ 1007865 w 1290758"/>
              <a:gd name="connsiteY56" fmla="*/ 84774 h 232414"/>
              <a:gd name="connsiteX57" fmla="*/ 1061205 w 1290758"/>
              <a:gd name="connsiteY57" fmla="*/ 129542 h 232414"/>
              <a:gd name="connsiteX58" fmla="*/ 1061205 w 1290758"/>
              <a:gd name="connsiteY58" fmla="*/ 209553 h 232414"/>
              <a:gd name="connsiteX59" fmla="*/ 1026915 w 1290758"/>
              <a:gd name="connsiteY59" fmla="*/ 209553 h 232414"/>
              <a:gd name="connsiteX60" fmla="*/ 1026915 w 1290758"/>
              <a:gd name="connsiteY60" fmla="*/ 198123 h 232414"/>
              <a:gd name="connsiteX61" fmla="*/ 992625 w 1290758"/>
              <a:gd name="connsiteY61" fmla="*/ 212411 h 232414"/>
              <a:gd name="connsiteX62" fmla="*/ 949763 w 1290758"/>
              <a:gd name="connsiteY62" fmla="*/ 174310 h 232414"/>
              <a:gd name="connsiteX63" fmla="*/ 993578 w 1290758"/>
              <a:gd name="connsiteY63" fmla="*/ 137162 h 232414"/>
              <a:gd name="connsiteX64" fmla="*/ 1017390 w 1290758"/>
              <a:gd name="connsiteY64" fmla="*/ 137162 h 232414"/>
              <a:gd name="connsiteX65" fmla="*/ 1025963 w 1290758"/>
              <a:gd name="connsiteY65" fmla="*/ 129542 h 232414"/>
              <a:gd name="connsiteX66" fmla="*/ 1025010 w 1290758"/>
              <a:gd name="connsiteY66" fmla="*/ 128590 h 232414"/>
              <a:gd name="connsiteX67" fmla="*/ 1005008 w 1290758"/>
              <a:gd name="connsiteY67" fmla="*/ 114302 h 232414"/>
              <a:gd name="connsiteX68" fmla="*/ 968813 w 1290758"/>
              <a:gd name="connsiteY68" fmla="*/ 125732 h 232414"/>
              <a:gd name="connsiteX69" fmla="*/ 955478 w 1290758"/>
              <a:gd name="connsiteY69" fmla="*/ 100014 h 232414"/>
              <a:gd name="connsiteX70" fmla="*/ 1007865 w 1290758"/>
              <a:gd name="connsiteY70" fmla="*/ 84774 h 232414"/>
              <a:gd name="connsiteX71" fmla="*/ 590671 w 1290758"/>
              <a:gd name="connsiteY71" fmla="*/ 84774 h 232414"/>
              <a:gd name="connsiteX72" fmla="*/ 644011 w 1290758"/>
              <a:gd name="connsiteY72" fmla="*/ 129542 h 232414"/>
              <a:gd name="connsiteX73" fmla="*/ 644011 w 1290758"/>
              <a:gd name="connsiteY73" fmla="*/ 209553 h 232414"/>
              <a:gd name="connsiteX74" fmla="*/ 609721 w 1290758"/>
              <a:gd name="connsiteY74" fmla="*/ 209553 h 232414"/>
              <a:gd name="connsiteX75" fmla="*/ 609721 w 1290758"/>
              <a:gd name="connsiteY75" fmla="*/ 198123 h 232414"/>
              <a:gd name="connsiteX76" fmla="*/ 575431 w 1290758"/>
              <a:gd name="connsiteY76" fmla="*/ 212411 h 232414"/>
              <a:gd name="connsiteX77" fmla="*/ 532569 w 1290758"/>
              <a:gd name="connsiteY77" fmla="*/ 174310 h 232414"/>
              <a:gd name="connsiteX78" fmla="*/ 576384 w 1290758"/>
              <a:gd name="connsiteY78" fmla="*/ 137162 h 232414"/>
              <a:gd name="connsiteX79" fmla="*/ 600196 w 1290758"/>
              <a:gd name="connsiteY79" fmla="*/ 137162 h 232414"/>
              <a:gd name="connsiteX80" fmla="*/ 608769 w 1290758"/>
              <a:gd name="connsiteY80" fmla="*/ 129542 h 232414"/>
              <a:gd name="connsiteX81" fmla="*/ 607816 w 1290758"/>
              <a:gd name="connsiteY81" fmla="*/ 128590 h 232414"/>
              <a:gd name="connsiteX82" fmla="*/ 587814 w 1290758"/>
              <a:gd name="connsiteY82" fmla="*/ 114302 h 232414"/>
              <a:gd name="connsiteX83" fmla="*/ 551619 w 1290758"/>
              <a:gd name="connsiteY83" fmla="*/ 125732 h 232414"/>
              <a:gd name="connsiteX84" fmla="*/ 538284 w 1290758"/>
              <a:gd name="connsiteY84" fmla="*/ 100014 h 232414"/>
              <a:gd name="connsiteX85" fmla="*/ 590671 w 1290758"/>
              <a:gd name="connsiteY85" fmla="*/ 84774 h 232414"/>
              <a:gd name="connsiteX86" fmla="*/ 32507 w 1290758"/>
              <a:gd name="connsiteY86" fmla="*/ 46673 h 232414"/>
              <a:gd name="connsiteX87" fmla="*/ 64892 w 1290758"/>
              <a:gd name="connsiteY87" fmla="*/ 49531 h 232414"/>
              <a:gd name="connsiteX88" fmla="*/ 59177 w 1290758"/>
              <a:gd name="connsiteY88" fmla="*/ 66676 h 232414"/>
              <a:gd name="connsiteX89" fmla="*/ 64892 w 1290758"/>
              <a:gd name="connsiteY89" fmla="*/ 183835 h 232414"/>
              <a:gd name="connsiteX90" fmla="*/ 32507 w 1290758"/>
              <a:gd name="connsiteY90" fmla="*/ 186693 h 232414"/>
              <a:gd name="connsiteX91" fmla="*/ 9647 w 1290758"/>
              <a:gd name="connsiteY91" fmla="*/ 184788 h 232414"/>
              <a:gd name="connsiteX92" fmla="*/ 9647 w 1290758"/>
              <a:gd name="connsiteY92" fmla="*/ 47626 h 232414"/>
              <a:gd name="connsiteX93" fmla="*/ 32507 w 1290758"/>
              <a:gd name="connsiteY93" fmla="*/ 46673 h 232414"/>
              <a:gd name="connsiteX94" fmla="*/ 1092638 w 1290758"/>
              <a:gd name="connsiteY94" fmla="*/ 41911 h 232414"/>
              <a:gd name="connsiteX95" fmla="*/ 1126928 w 1290758"/>
              <a:gd name="connsiteY95" fmla="*/ 41911 h 232414"/>
              <a:gd name="connsiteX96" fmla="*/ 1126928 w 1290758"/>
              <a:gd name="connsiteY96" fmla="*/ 87631 h 232414"/>
              <a:gd name="connsiteX97" fmla="*/ 1153598 w 1290758"/>
              <a:gd name="connsiteY97" fmla="*/ 87631 h 232414"/>
              <a:gd name="connsiteX98" fmla="*/ 1153598 w 1290758"/>
              <a:gd name="connsiteY98" fmla="*/ 117159 h 232414"/>
              <a:gd name="connsiteX99" fmla="*/ 1126928 w 1290758"/>
              <a:gd name="connsiteY99" fmla="*/ 117159 h 232414"/>
              <a:gd name="connsiteX100" fmla="*/ 1126928 w 1290758"/>
              <a:gd name="connsiteY100" fmla="*/ 172405 h 232414"/>
              <a:gd name="connsiteX101" fmla="*/ 1138358 w 1290758"/>
              <a:gd name="connsiteY101" fmla="*/ 180978 h 232414"/>
              <a:gd name="connsiteX102" fmla="*/ 1154550 w 1290758"/>
              <a:gd name="connsiteY102" fmla="*/ 180978 h 232414"/>
              <a:gd name="connsiteX103" fmla="*/ 1154550 w 1290758"/>
              <a:gd name="connsiteY103" fmla="*/ 210506 h 232414"/>
              <a:gd name="connsiteX104" fmla="*/ 1127880 w 1290758"/>
              <a:gd name="connsiteY104" fmla="*/ 212411 h 232414"/>
              <a:gd name="connsiteX105" fmla="*/ 1092638 w 1290758"/>
              <a:gd name="connsiteY105" fmla="*/ 184788 h 232414"/>
              <a:gd name="connsiteX106" fmla="*/ 1092638 w 1290758"/>
              <a:gd name="connsiteY106" fmla="*/ 118112 h 232414"/>
              <a:gd name="connsiteX107" fmla="*/ 1073588 w 1290758"/>
              <a:gd name="connsiteY107" fmla="*/ 118112 h 232414"/>
              <a:gd name="connsiteX108" fmla="*/ 1073588 w 1290758"/>
              <a:gd name="connsiteY108" fmla="*/ 88584 h 232414"/>
              <a:gd name="connsiteX109" fmla="*/ 1092638 w 1290758"/>
              <a:gd name="connsiteY109" fmla="*/ 88584 h 232414"/>
              <a:gd name="connsiteX110" fmla="*/ 786886 w 1290758"/>
              <a:gd name="connsiteY110" fmla="*/ 23813 h 232414"/>
              <a:gd name="connsiteX111" fmla="*/ 808793 w 1290758"/>
              <a:gd name="connsiteY111" fmla="*/ 45721 h 232414"/>
              <a:gd name="connsiteX112" fmla="*/ 786886 w 1290758"/>
              <a:gd name="connsiteY112" fmla="*/ 67629 h 232414"/>
              <a:gd name="connsiteX113" fmla="*/ 764978 w 1290758"/>
              <a:gd name="connsiteY113" fmla="*/ 45721 h 232414"/>
              <a:gd name="connsiteX114" fmla="*/ 786886 w 1290758"/>
              <a:gd name="connsiteY114" fmla="*/ 23813 h 232414"/>
              <a:gd name="connsiteX115" fmla="*/ 478277 w 1290758"/>
              <a:gd name="connsiteY115" fmla="*/ 23813 h 232414"/>
              <a:gd name="connsiteX116" fmla="*/ 512567 w 1290758"/>
              <a:gd name="connsiteY116" fmla="*/ 23813 h 232414"/>
              <a:gd name="connsiteX117" fmla="*/ 512567 w 1290758"/>
              <a:gd name="connsiteY117" fmla="*/ 209553 h 232414"/>
              <a:gd name="connsiteX118" fmla="*/ 478277 w 1290758"/>
              <a:gd name="connsiteY118" fmla="*/ 209553 h 232414"/>
              <a:gd name="connsiteX119" fmla="*/ 367787 w 1290758"/>
              <a:gd name="connsiteY119" fmla="*/ 20003 h 232414"/>
              <a:gd name="connsiteX120" fmla="*/ 459227 w 1290758"/>
              <a:gd name="connsiteY120" fmla="*/ 89537 h 232414"/>
              <a:gd name="connsiteX121" fmla="*/ 418269 w 1290758"/>
              <a:gd name="connsiteY121" fmla="*/ 89537 h 232414"/>
              <a:gd name="connsiteX122" fmla="*/ 368739 w 1290758"/>
              <a:gd name="connsiteY122" fmla="*/ 54294 h 232414"/>
              <a:gd name="connsiteX123" fmla="*/ 310637 w 1290758"/>
              <a:gd name="connsiteY123" fmla="*/ 116207 h 232414"/>
              <a:gd name="connsiteX124" fmla="*/ 368739 w 1290758"/>
              <a:gd name="connsiteY124" fmla="*/ 178121 h 232414"/>
              <a:gd name="connsiteX125" fmla="*/ 419222 w 1290758"/>
              <a:gd name="connsiteY125" fmla="*/ 142877 h 232414"/>
              <a:gd name="connsiteX126" fmla="*/ 459227 w 1290758"/>
              <a:gd name="connsiteY126" fmla="*/ 142877 h 232414"/>
              <a:gd name="connsiteX127" fmla="*/ 367787 w 1290758"/>
              <a:gd name="connsiteY127" fmla="*/ 212411 h 232414"/>
              <a:gd name="connsiteX128" fmla="*/ 270632 w 1290758"/>
              <a:gd name="connsiteY128" fmla="*/ 116207 h 232414"/>
              <a:gd name="connsiteX129" fmla="*/ 367787 w 1290758"/>
              <a:gd name="connsiteY129" fmla="*/ 20003 h 232414"/>
              <a:gd name="connsiteX130" fmla="*/ 91563 w 1290758"/>
              <a:gd name="connsiteY130" fmla="*/ 0 h 232414"/>
              <a:gd name="connsiteX131" fmla="*/ 209673 w 1290758"/>
              <a:gd name="connsiteY131" fmla="*/ 68581 h 232414"/>
              <a:gd name="connsiteX132" fmla="*/ 181098 w 1290758"/>
              <a:gd name="connsiteY132" fmla="*/ 116207 h 232414"/>
              <a:gd name="connsiteX133" fmla="*/ 64893 w 1290758"/>
              <a:gd name="connsiteY133" fmla="*/ 48578 h 232414"/>
              <a:gd name="connsiteX134" fmla="*/ 91563 w 1290758"/>
              <a:gd name="connsiteY134" fmla="*/ 0 h 23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290758" h="232414">
                <a:moveTo>
                  <a:pt x="1025010" y="157165"/>
                </a:moveTo>
                <a:cubicBezTo>
                  <a:pt x="1023105" y="159070"/>
                  <a:pt x="1019295" y="160023"/>
                  <a:pt x="1014533" y="160023"/>
                </a:cubicBezTo>
                <a:lnTo>
                  <a:pt x="1001198" y="160023"/>
                </a:lnTo>
                <a:cubicBezTo>
                  <a:pt x="990720" y="160023"/>
                  <a:pt x="984053" y="164785"/>
                  <a:pt x="984053" y="173358"/>
                </a:cubicBezTo>
                <a:cubicBezTo>
                  <a:pt x="984053" y="181931"/>
                  <a:pt x="990720" y="187646"/>
                  <a:pt x="1001198" y="187646"/>
                </a:cubicBezTo>
                <a:cubicBezTo>
                  <a:pt x="1011675" y="187646"/>
                  <a:pt x="1025010" y="180978"/>
                  <a:pt x="1025010" y="165738"/>
                </a:cubicBezTo>
                <a:close/>
                <a:moveTo>
                  <a:pt x="607816" y="157165"/>
                </a:moveTo>
                <a:cubicBezTo>
                  <a:pt x="605911" y="159070"/>
                  <a:pt x="602101" y="160023"/>
                  <a:pt x="597339" y="160023"/>
                </a:cubicBezTo>
                <a:lnTo>
                  <a:pt x="584004" y="160023"/>
                </a:lnTo>
                <a:cubicBezTo>
                  <a:pt x="573526" y="160023"/>
                  <a:pt x="566859" y="164785"/>
                  <a:pt x="566859" y="173358"/>
                </a:cubicBezTo>
                <a:cubicBezTo>
                  <a:pt x="566859" y="181931"/>
                  <a:pt x="573526" y="187646"/>
                  <a:pt x="584004" y="187646"/>
                </a:cubicBezTo>
                <a:cubicBezTo>
                  <a:pt x="594481" y="187646"/>
                  <a:pt x="607816" y="180978"/>
                  <a:pt x="607816" y="165738"/>
                </a:cubicBezTo>
                <a:close/>
                <a:moveTo>
                  <a:pt x="182050" y="116207"/>
                </a:moveTo>
                <a:cubicBezTo>
                  <a:pt x="193480" y="130495"/>
                  <a:pt x="203005" y="146687"/>
                  <a:pt x="210625" y="163833"/>
                </a:cubicBezTo>
                <a:cubicBezTo>
                  <a:pt x="178240" y="197171"/>
                  <a:pt x="137283" y="220984"/>
                  <a:pt x="91563" y="232414"/>
                </a:cubicBezTo>
                <a:cubicBezTo>
                  <a:pt x="86800" y="226699"/>
                  <a:pt x="82038" y="220031"/>
                  <a:pt x="78228" y="213364"/>
                </a:cubicBezTo>
                <a:cubicBezTo>
                  <a:pt x="73465" y="203838"/>
                  <a:pt x="68703" y="193361"/>
                  <a:pt x="64893" y="183836"/>
                </a:cubicBezTo>
                <a:cubicBezTo>
                  <a:pt x="111565" y="176215"/>
                  <a:pt x="152523" y="151450"/>
                  <a:pt x="182050" y="116207"/>
                </a:cubicBezTo>
                <a:close/>
                <a:moveTo>
                  <a:pt x="1226941" y="113349"/>
                </a:moveTo>
                <a:cubicBezTo>
                  <a:pt x="1212653" y="113349"/>
                  <a:pt x="1202176" y="121922"/>
                  <a:pt x="1199318" y="135257"/>
                </a:cubicBezTo>
                <a:lnTo>
                  <a:pt x="1253611" y="135257"/>
                </a:lnTo>
                <a:cubicBezTo>
                  <a:pt x="1251706" y="122874"/>
                  <a:pt x="1241228" y="113349"/>
                  <a:pt x="1226941" y="113349"/>
                </a:cubicBezTo>
                <a:close/>
                <a:moveTo>
                  <a:pt x="754501" y="87632"/>
                </a:moveTo>
                <a:lnTo>
                  <a:pt x="805936" y="87632"/>
                </a:lnTo>
                <a:lnTo>
                  <a:pt x="805936" y="209553"/>
                </a:lnTo>
                <a:lnTo>
                  <a:pt x="771646" y="209553"/>
                </a:lnTo>
                <a:lnTo>
                  <a:pt x="771646" y="117159"/>
                </a:lnTo>
                <a:lnTo>
                  <a:pt x="754501" y="117159"/>
                </a:lnTo>
                <a:close/>
                <a:moveTo>
                  <a:pt x="818319" y="87631"/>
                </a:moveTo>
                <a:lnTo>
                  <a:pt x="855466" y="87631"/>
                </a:lnTo>
                <a:lnTo>
                  <a:pt x="883089" y="172405"/>
                </a:lnTo>
                <a:lnTo>
                  <a:pt x="910711" y="87631"/>
                </a:lnTo>
                <a:lnTo>
                  <a:pt x="946906" y="87631"/>
                </a:lnTo>
                <a:lnTo>
                  <a:pt x="903091" y="209553"/>
                </a:lnTo>
                <a:lnTo>
                  <a:pt x="860229" y="209553"/>
                </a:lnTo>
                <a:close/>
                <a:moveTo>
                  <a:pt x="1226941" y="85726"/>
                </a:moveTo>
                <a:cubicBezTo>
                  <a:pt x="1263136" y="85726"/>
                  <a:pt x="1290758" y="107634"/>
                  <a:pt x="1290758" y="158117"/>
                </a:cubicBezTo>
                <a:lnTo>
                  <a:pt x="1290758" y="159070"/>
                </a:lnTo>
                <a:lnTo>
                  <a:pt x="1200271" y="159070"/>
                </a:lnTo>
                <a:cubicBezTo>
                  <a:pt x="1202176" y="172405"/>
                  <a:pt x="1212653" y="183835"/>
                  <a:pt x="1227893" y="183835"/>
                </a:cubicBezTo>
                <a:cubicBezTo>
                  <a:pt x="1243133" y="183835"/>
                  <a:pt x="1247896" y="179072"/>
                  <a:pt x="1252658" y="171452"/>
                </a:cubicBezTo>
                <a:lnTo>
                  <a:pt x="1288853" y="175262"/>
                </a:lnTo>
                <a:cubicBezTo>
                  <a:pt x="1278376" y="200980"/>
                  <a:pt x="1255516" y="213363"/>
                  <a:pt x="1227893" y="213363"/>
                </a:cubicBezTo>
                <a:cubicBezTo>
                  <a:pt x="1200271" y="213363"/>
                  <a:pt x="1164076" y="186693"/>
                  <a:pt x="1164076" y="149545"/>
                </a:cubicBezTo>
                <a:cubicBezTo>
                  <a:pt x="1164076" y="112396"/>
                  <a:pt x="1190746" y="85726"/>
                  <a:pt x="1226941" y="85726"/>
                </a:cubicBezTo>
                <a:close/>
                <a:moveTo>
                  <a:pt x="727831" y="85726"/>
                </a:moveTo>
                <a:cubicBezTo>
                  <a:pt x="743071" y="85726"/>
                  <a:pt x="734498" y="85726"/>
                  <a:pt x="737356" y="86679"/>
                </a:cubicBezTo>
                <a:cubicBezTo>
                  <a:pt x="737356" y="86679"/>
                  <a:pt x="737356" y="121922"/>
                  <a:pt x="737356" y="121922"/>
                </a:cubicBezTo>
                <a:lnTo>
                  <a:pt x="723068" y="121922"/>
                </a:lnTo>
                <a:cubicBezTo>
                  <a:pt x="705923" y="121922"/>
                  <a:pt x="697351" y="130494"/>
                  <a:pt x="697351" y="151450"/>
                </a:cubicBezTo>
                <a:lnTo>
                  <a:pt x="697351" y="209553"/>
                </a:lnTo>
                <a:lnTo>
                  <a:pt x="663061" y="209553"/>
                </a:lnTo>
                <a:lnTo>
                  <a:pt x="663061" y="87631"/>
                </a:lnTo>
                <a:lnTo>
                  <a:pt x="696398" y="87631"/>
                </a:lnTo>
                <a:lnTo>
                  <a:pt x="696398" y="106681"/>
                </a:lnTo>
                <a:cubicBezTo>
                  <a:pt x="701161" y="93346"/>
                  <a:pt x="712591" y="85726"/>
                  <a:pt x="727831" y="85726"/>
                </a:cubicBezTo>
                <a:close/>
                <a:moveTo>
                  <a:pt x="1007865" y="84774"/>
                </a:moveTo>
                <a:cubicBezTo>
                  <a:pt x="1037393" y="84774"/>
                  <a:pt x="1061205" y="97157"/>
                  <a:pt x="1061205" y="129542"/>
                </a:cubicBezTo>
                <a:lnTo>
                  <a:pt x="1061205" y="209553"/>
                </a:lnTo>
                <a:lnTo>
                  <a:pt x="1026915" y="209553"/>
                </a:lnTo>
                <a:lnTo>
                  <a:pt x="1026915" y="198123"/>
                </a:lnTo>
                <a:cubicBezTo>
                  <a:pt x="1020248" y="207648"/>
                  <a:pt x="1006913" y="212411"/>
                  <a:pt x="992625" y="212411"/>
                </a:cubicBezTo>
                <a:cubicBezTo>
                  <a:pt x="966908" y="212411"/>
                  <a:pt x="949763" y="194313"/>
                  <a:pt x="949763" y="174310"/>
                </a:cubicBezTo>
                <a:cubicBezTo>
                  <a:pt x="949763" y="154308"/>
                  <a:pt x="966908" y="137162"/>
                  <a:pt x="993578" y="137162"/>
                </a:cubicBezTo>
                <a:lnTo>
                  <a:pt x="1017390" y="137162"/>
                </a:lnTo>
                <a:cubicBezTo>
                  <a:pt x="1023105" y="137162"/>
                  <a:pt x="1025963" y="134305"/>
                  <a:pt x="1025963" y="129542"/>
                </a:cubicBezTo>
                <a:lnTo>
                  <a:pt x="1025010" y="128590"/>
                </a:lnTo>
                <a:cubicBezTo>
                  <a:pt x="1025010" y="120017"/>
                  <a:pt x="1018343" y="114302"/>
                  <a:pt x="1005008" y="114302"/>
                </a:cubicBezTo>
                <a:cubicBezTo>
                  <a:pt x="991673" y="114302"/>
                  <a:pt x="977385" y="120017"/>
                  <a:pt x="968813" y="125732"/>
                </a:cubicBezTo>
                <a:lnTo>
                  <a:pt x="955478" y="100014"/>
                </a:lnTo>
                <a:cubicBezTo>
                  <a:pt x="955478" y="100014"/>
                  <a:pt x="978338" y="84774"/>
                  <a:pt x="1007865" y="84774"/>
                </a:cubicBezTo>
                <a:close/>
                <a:moveTo>
                  <a:pt x="590671" y="84774"/>
                </a:moveTo>
                <a:cubicBezTo>
                  <a:pt x="620199" y="84774"/>
                  <a:pt x="644011" y="97157"/>
                  <a:pt x="644011" y="129542"/>
                </a:cubicBezTo>
                <a:lnTo>
                  <a:pt x="644011" y="209553"/>
                </a:lnTo>
                <a:lnTo>
                  <a:pt x="609721" y="209553"/>
                </a:lnTo>
                <a:lnTo>
                  <a:pt x="609721" y="198123"/>
                </a:lnTo>
                <a:cubicBezTo>
                  <a:pt x="603054" y="207648"/>
                  <a:pt x="589719" y="212411"/>
                  <a:pt x="575431" y="212411"/>
                </a:cubicBezTo>
                <a:cubicBezTo>
                  <a:pt x="549714" y="212411"/>
                  <a:pt x="532569" y="194313"/>
                  <a:pt x="532569" y="174310"/>
                </a:cubicBezTo>
                <a:cubicBezTo>
                  <a:pt x="532569" y="154308"/>
                  <a:pt x="549714" y="137162"/>
                  <a:pt x="576384" y="137162"/>
                </a:cubicBezTo>
                <a:lnTo>
                  <a:pt x="600196" y="137162"/>
                </a:lnTo>
                <a:cubicBezTo>
                  <a:pt x="605911" y="137162"/>
                  <a:pt x="608769" y="134305"/>
                  <a:pt x="608769" y="129542"/>
                </a:cubicBezTo>
                <a:lnTo>
                  <a:pt x="607816" y="128590"/>
                </a:lnTo>
                <a:cubicBezTo>
                  <a:pt x="607816" y="120017"/>
                  <a:pt x="601149" y="114302"/>
                  <a:pt x="587814" y="114302"/>
                </a:cubicBezTo>
                <a:cubicBezTo>
                  <a:pt x="574479" y="114302"/>
                  <a:pt x="560191" y="120017"/>
                  <a:pt x="551619" y="125732"/>
                </a:cubicBezTo>
                <a:lnTo>
                  <a:pt x="538284" y="100014"/>
                </a:lnTo>
                <a:cubicBezTo>
                  <a:pt x="538284" y="100014"/>
                  <a:pt x="561144" y="84774"/>
                  <a:pt x="590671" y="84774"/>
                </a:cubicBezTo>
                <a:close/>
                <a:moveTo>
                  <a:pt x="32507" y="46673"/>
                </a:moveTo>
                <a:cubicBezTo>
                  <a:pt x="43937" y="46673"/>
                  <a:pt x="54415" y="47626"/>
                  <a:pt x="64892" y="49531"/>
                </a:cubicBezTo>
                <a:cubicBezTo>
                  <a:pt x="62987" y="55246"/>
                  <a:pt x="61082" y="60961"/>
                  <a:pt x="59177" y="66676"/>
                </a:cubicBezTo>
                <a:cubicBezTo>
                  <a:pt x="48700" y="105729"/>
                  <a:pt x="50605" y="146687"/>
                  <a:pt x="64892" y="183835"/>
                </a:cubicBezTo>
                <a:cubicBezTo>
                  <a:pt x="54415" y="185740"/>
                  <a:pt x="43937" y="186693"/>
                  <a:pt x="32507" y="186693"/>
                </a:cubicBezTo>
                <a:cubicBezTo>
                  <a:pt x="24887" y="186693"/>
                  <a:pt x="17267" y="184788"/>
                  <a:pt x="9647" y="184788"/>
                </a:cubicBezTo>
                <a:cubicBezTo>
                  <a:pt x="-3688" y="139067"/>
                  <a:pt x="-2735" y="91441"/>
                  <a:pt x="9647" y="47626"/>
                </a:cubicBezTo>
                <a:cubicBezTo>
                  <a:pt x="17267" y="46673"/>
                  <a:pt x="21077" y="46673"/>
                  <a:pt x="32507" y="46673"/>
                </a:cubicBezTo>
                <a:close/>
                <a:moveTo>
                  <a:pt x="1092638" y="41911"/>
                </a:moveTo>
                <a:lnTo>
                  <a:pt x="1126928" y="41911"/>
                </a:lnTo>
                <a:lnTo>
                  <a:pt x="1126928" y="87631"/>
                </a:lnTo>
                <a:lnTo>
                  <a:pt x="1153598" y="87631"/>
                </a:lnTo>
                <a:lnTo>
                  <a:pt x="1153598" y="117159"/>
                </a:lnTo>
                <a:lnTo>
                  <a:pt x="1126928" y="117159"/>
                </a:lnTo>
                <a:lnTo>
                  <a:pt x="1126928" y="172405"/>
                </a:lnTo>
                <a:cubicBezTo>
                  <a:pt x="1126928" y="180025"/>
                  <a:pt x="1132643" y="180978"/>
                  <a:pt x="1138358" y="180978"/>
                </a:cubicBezTo>
                <a:cubicBezTo>
                  <a:pt x="1146930" y="180978"/>
                  <a:pt x="1154550" y="180978"/>
                  <a:pt x="1154550" y="180978"/>
                </a:cubicBezTo>
                <a:lnTo>
                  <a:pt x="1154550" y="210506"/>
                </a:lnTo>
                <a:cubicBezTo>
                  <a:pt x="1154550" y="210506"/>
                  <a:pt x="1137405" y="212411"/>
                  <a:pt x="1127880" y="212411"/>
                </a:cubicBezTo>
                <a:cubicBezTo>
                  <a:pt x="1110735" y="212411"/>
                  <a:pt x="1092638" y="209553"/>
                  <a:pt x="1092638" y="184788"/>
                </a:cubicBezTo>
                <a:lnTo>
                  <a:pt x="1092638" y="118112"/>
                </a:lnTo>
                <a:lnTo>
                  <a:pt x="1073588" y="118112"/>
                </a:lnTo>
                <a:lnTo>
                  <a:pt x="1073588" y="88584"/>
                </a:lnTo>
                <a:lnTo>
                  <a:pt x="1092638" y="88584"/>
                </a:lnTo>
                <a:close/>
                <a:moveTo>
                  <a:pt x="786886" y="23813"/>
                </a:moveTo>
                <a:cubicBezTo>
                  <a:pt x="799268" y="23813"/>
                  <a:pt x="808793" y="34291"/>
                  <a:pt x="808793" y="45721"/>
                </a:cubicBezTo>
                <a:cubicBezTo>
                  <a:pt x="808793" y="57151"/>
                  <a:pt x="799268" y="67629"/>
                  <a:pt x="786886" y="67629"/>
                </a:cubicBezTo>
                <a:cubicBezTo>
                  <a:pt x="774503" y="67629"/>
                  <a:pt x="764978" y="58104"/>
                  <a:pt x="764978" y="45721"/>
                </a:cubicBezTo>
                <a:cubicBezTo>
                  <a:pt x="764978" y="33338"/>
                  <a:pt x="774503" y="23813"/>
                  <a:pt x="786886" y="23813"/>
                </a:cubicBezTo>
                <a:close/>
                <a:moveTo>
                  <a:pt x="478277" y="23813"/>
                </a:moveTo>
                <a:lnTo>
                  <a:pt x="512567" y="23813"/>
                </a:lnTo>
                <a:lnTo>
                  <a:pt x="512567" y="209553"/>
                </a:lnTo>
                <a:lnTo>
                  <a:pt x="478277" y="209553"/>
                </a:lnTo>
                <a:close/>
                <a:moveTo>
                  <a:pt x="367787" y="20003"/>
                </a:moveTo>
                <a:cubicBezTo>
                  <a:pt x="423032" y="20003"/>
                  <a:pt x="447797" y="45721"/>
                  <a:pt x="459227" y="89537"/>
                </a:cubicBezTo>
                <a:lnTo>
                  <a:pt x="418269" y="89537"/>
                </a:lnTo>
                <a:cubicBezTo>
                  <a:pt x="411602" y="67629"/>
                  <a:pt x="392552" y="54294"/>
                  <a:pt x="368739" y="54294"/>
                </a:cubicBezTo>
                <a:cubicBezTo>
                  <a:pt x="333497" y="54294"/>
                  <a:pt x="310637" y="80964"/>
                  <a:pt x="310637" y="116207"/>
                </a:cubicBezTo>
                <a:cubicBezTo>
                  <a:pt x="310637" y="151450"/>
                  <a:pt x="333497" y="178121"/>
                  <a:pt x="368739" y="178121"/>
                </a:cubicBezTo>
                <a:cubicBezTo>
                  <a:pt x="393504" y="178121"/>
                  <a:pt x="412554" y="164785"/>
                  <a:pt x="419222" y="142877"/>
                </a:cubicBezTo>
                <a:lnTo>
                  <a:pt x="459227" y="142877"/>
                </a:lnTo>
                <a:cubicBezTo>
                  <a:pt x="448749" y="186693"/>
                  <a:pt x="409697" y="212411"/>
                  <a:pt x="367787" y="212411"/>
                </a:cubicBezTo>
                <a:cubicBezTo>
                  <a:pt x="325877" y="212411"/>
                  <a:pt x="270632" y="172405"/>
                  <a:pt x="270632" y="116207"/>
                </a:cubicBezTo>
                <a:cubicBezTo>
                  <a:pt x="270632" y="60009"/>
                  <a:pt x="312542" y="20003"/>
                  <a:pt x="367787" y="20003"/>
                </a:cubicBezTo>
                <a:close/>
                <a:moveTo>
                  <a:pt x="91563" y="0"/>
                </a:moveTo>
                <a:cubicBezTo>
                  <a:pt x="137283" y="11430"/>
                  <a:pt x="178240" y="36196"/>
                  <a:pt x="209673" y="68581"/>
                </a:cubicBezTo>
                <a:cubicBezTo>
                  <a:pt x="203005" y="85726"/>
                  <a:pt x="192528" y="101919"/>
                  <a:pt x="181098" y="116207"/>
                </a:cubicBezTo>
                <a:cubicBezTo>
                  <a:pt x="152523" y="80964"/>
                  <a:pt x="111565" y="56198"/>
                  <a:pt x="64893" y="48578"/>
                </a:cubicBezTo>
                <a:cubicBezTo>
                  <a:pt x="71560" y="31433"/>
                  <a:pt x="80133" y="15240"/>
                  <a:pt x="91563" y="0"/>
                </a:cubicBezTo>
                <a:close/>
              </a:path>
            </a:pathLst>
          </a:custGeom>
          <a:solidFill>
            <a:schemeClr val="bg1"/>
          </a:solidFill>
          <a:ln w="775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914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- 1 line only -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198B190-8256-B7A4-2DD6-F8CE6D676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2825312"/>
            <a:ext cx="4944964" cy="719138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Simple cover one line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21ECA6D-9164-BCFE-CCD2-81392195A8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3628806"/>
            <a:ext cx="4944964" cy="2817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24" name="Picture Placeholder 177">
            <a:extLst>
              <a:ext uri="{FF2B5EF4-FFF2-40B4-BE49-F238E27FC236}">
                <a16:creationId xmlns:a16="http://schemas.microsoft.com/office/drawing/2014/main" id="{EBF07732-6455-6288-ADD7-82EA3A36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62088" y="0"/>
            <a:ext cx="8129913" cy="6858000"/>
          </a:xfrm>
          <a:custGeom>
            <a:avLst/>
            <a:gdLst>
              <a:gd name="connsiteX0" fmla="*/ 4064325 w 8129913"/>
              <a:gd name="connsiteY0" fmla="*/ 0 h 6858000"/>
              <a:gd name="connsiteX1" fmla="*/ 8129913 w 8129913"/>
              <a:gd name="connsiteY1" fmla="*/ 0 h 6858000"/>
              <a:gd name="connsiteX2" fmla="*/ 8129913 w 8129913"/>
              <a:gd name="connsiteY2" fmla="*/ 6858000 h 6858000"/>
              <a:gd name="connsiteX3" fmla="*/ 0 w 81299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9913" h="6858000">
                <a:moveTo>
                  <a:pt x="4064325" y="0"/>
                </a:moveTo>
                <a:lnTo>
                  <a:pt x="8129913" y="0"/>
                </a:lnTo>
                <a:lnTo>
                  <a:pt x="81299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540000" tIns="0" bIns="108000" anchor="b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309078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- 2 or 3 lines -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198B190-8256-B7A4-2DD6-F8CE6D676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3292324"/>
            <a:ext cx="3744911" cy="719138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Simple cover two or three line title</a:t>
            </a:r>
            <a:br>
              <a:rPr lang="en-US" dirty="0"/>
            </a:br>
            <a:r>
              <a:rPr lang="en-US" dirty="0"/>
              <a:t>lorem ipsum 36pt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21ECA6D-9164-BCFE-CCD2-81392195A8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4095818"/>
            <a:ext cx="3744911" cy="2817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24" name="Picture Placeholder 177">
            <a:extLst>
              <a:ext uri="{FF2B5EF4-FFF2-40B4-BE49-F238E27FC236}">
                <a16:creationId xmlns:a16="http://schemas.microsoft.com/office/drawing/2014/main" id="{EBF07732-6455-6288-ADD7-82EA3A36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62088" y="0"/>
            <a:ext cx="8129913" cy="6858000"/>
          </a:xfrm>
          <a:custGeom>
            <a:avLst/>
            <a:gdLst>
              <a:gd name="connsiteX0" fmla="*/ 4064325 w 8129913"/>
              <a:gd name="connsiteY0" fmla="*/ 0 h 6858000"/>
              <a:gd name="connsiteX1" fmla="*/ 8129913 w 8129913"/>
              <a:gd name="connsiteY1" fmla="*/ 0 h 6858000"/>
              <a:gd name="connsiteX2" fmla="*/ 8129913 w 8129913"/>
              <a:gd name="connsiteY2" fmla="*/ 6858000 h 6858000"/>
              <a:gd name="connsiteX3" fmla="*/ 0 w 81299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9913" h="6858000">
                <a:moveTo>
                  <a:pt x="4064325" y="0"/>
                </a:moveTo>
                <a:lnTo>
                  <a:pt x="8129913" y="0"/>
                </a:lnTo>
                <a:lnTo>
                  <a:pt x="81299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540000" tIns="0" bIns="108000" anchor="b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808890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- 1 lne only - Citr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198B190-8256-B7A4-2DD6-F8CE6D676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2825312"/>
            <a:ext cx="4944964" cy="719138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Simple cover one line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21ECA6D-9164-BCFE-CCD2-81392195A8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3628806"/>
            <a:ext cx="4944964" cy="2817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24" name="Picture Placeholder 177">
            <a:extLst>
              <a:ext uri="{FF2B5EF4-FFF2-40B4-BE49-F238E27FC236}">
                <a16:creationId xmlns:a16="http://schemas.microsoft.com/office/drawing/2014/main" id="{EBF07732-6455-6288-ADD7-82EA3A36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62088" y="0"/>
            <a:ext cx="8129913" cy="6858000"/>
          </a:xfrm>
          <a:custGeom>
            <a:avLst/>
            <a:gdLst>
              <a:gd name="connsiteX0" fmla="*/ 4064325 w 8129913"/>
              <a:gd name="connsiteY0" fmla="*/ 0 h 6858000"/>
              <a:gd name="connsiteX1" fmla="*/ 8129913 w 8129913"/>
              <a:gd name="connsiteY1" fmla="*/ 0 h 6858000"/>
              <a:gd name="connsiteX2" fmla="*/ 8129913 w 8129913"/>
              <a:gd name="connsiteY2" fmla="*/ 6858000 h 6858000"/>
              <a:gd name="connsiteX3" fmla="*/ 0 w 81299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9913" h="6858000">
                <a:moveTo>
                  <a:pt x="4064325" y="0"/>
                </a:moveTo>
                <a:lnTo>
                  <a:pt x="8129913" y="0"/>
                </a:lnTo>
                <a:lnTo>
                  <a:pt x="81299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540000" tIns="0" bIns="108000" anchor="b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06139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- 2 or 3 lines - Citr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198B190-8256-B7A4-2DD6-F8CE6D676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3292324"/>
            <a:ext cx="3744911" cy="719138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Simple cover two or three line title</a:t>
            </a:r>
            <a:br>
              <a:rPr lang="en-US" dirty="0"/>
            </a:br>
            <a:r>
              <a:rPr lang="en-US" dirty="0"/>
              <a:t>lorem ipsum 36pt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21ECA6D-9164-BCFE-CCD2-81392195A8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4095818"/>
            <a:ext cx="3744911" cy="28170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24" name="Picture Placeholder 177">
            <a:extLst>
              <a:ext uri="{FF2B5EF4-FFF2-40B4-BE49-F238E27FC236}">
                <a16:creationId xmlns:a16="http://schemas.microsoft.com/office/drawing/2014/main" id="{EBF07732-6455-6288-ADD7-82EA3A36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62088" y="0"/>
            <a:ext cx="8129913" cy="6858000"/>
          </a:xfrm>
          <a:custGeom>
            <a:avLst/>
            <a:gdLst>
              <a:gd name="connsiteX0" fmla="*/ 4064325 w 8129913"/>
              <a:gd name="connsiteY0" fmla="*/ 0 h 6858000"/>
              <a:gd name="connsiteX1" fmla="*/ 8129913 w 8129913"/>
              <a:gd name="connsiteY1" fmla="*/ 0 h 6858000"/>
              <a:gd name="connsiteX2" fmla="*/ 8129913 w 8129913"/>
              <a:gd name="connsiteY2" fmla="*/ 6858000 h 6858000"/>
              <a:gd name="connsiteX3" fmla="*/ 0 w 81299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9913" h="6858000">
                <a:moveTo>
                  <a:pt x="4064325" y="0"/>
                </a:moveTo>
                <a:lnTo>
                  <a:pt x="8129913" y="0"/>
                </a:lnTo>
                <a:lnTo>
                  <a:pt x="81299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540000" tIns="0" bIns="108000" anchor="b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994216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only - Partnership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A7E885-374B-E6F4-969E-AFC575B5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tIns="108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Next LT Pro Regular" panose="020B0504020202020204" pitchFamily="34" charset="0"/>
              <a:ea typeface="+mn-ea"/>
              <a:cs typeface="+mn-cs"/>
            </a:endParaRPr>
          </a:p>
        </p:txBody>
      </p:sp>
      <p:sp>
        <p:nvSpPr>
          <p:cNvPr id="24" name="Picture Placeholder 177">
            <a:extLst>
              <a:ext uri="{FF2B5EF4-FFF2-40B4-BE49-F238E27FC236}">
                <a16:creationId xmlns:a16="http://schemas.microsoft.com/office/drawing/2014/main" id="{EBF07732-6455-6288-ADD7-82EA3A36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62088" y="0"/>
            <a:ext cx="8129913" cy="6858000"/>
          </a:xfrm>
          <a:custGeom>
            <a:avLst/>
            <a:gdLst>
              <a:gd name="connsiteX0" fmla="*/ 4064325 w 8129913"/>
              <a:gd name="connsiteY0" fmla="*/ 0 h 6858000"/>
              <a:gd name="connsiteX1" fmla="*/ 8129913 w 8129913"/>
              <a:gd name="connsiteY1" fmla="*/ 0 h 6858000"/>
              <a:gd name="connsiteX2" fmla="*/ 8129913 w 8129913"/>
              <a:gd name="connsiteY2" fmla="*/ 6858000 h 6858000"/>
              <a:gd name="connsiteX3" fmla="*/ 0 w 81299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9913" h="6858000">
                <a:moveTo>
                  <a:pt x="4064325" y="0"/>
                </a:moveTo>
                <a:lnTo>
                  <a:pt x="8129913" y="0"/>
                </a:lnTo>
                <a:lnTo>
                  <a:pt x="81299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540000" tIns="0" bIns="108000" anchor="b" anchorCtr="0">
            <a:no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to insert image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198B190-8256-B7A4-2DD6-F8CE6D676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2825312"/>
            <a:ext cx="4944964" cy="719138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Partnership one line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21ECA6D-9164-BCFE-CCD2-81392195A8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3628806"/>
            <a:ext cx="4944964" cy="2817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BA2CBDF-F0AC-D88E-7710-58FE3053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0864" y="5707061"/>
            <a:ext cx="1727998" cy="16947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 partnership with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CA5C4D5D-C536-3E33-1B57-0D890E27E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0862" y="6019334"/>
            <a:ext cx="1728000" cy="470366"/>
          </a:xfrm>
        </p:spPr>
        <p:txBody>
          <a:bodyPr lIns="180000" rIns="180000"/>
          <a:lstStyle>
            <a:lvl1pPr marL="0" indent="0" algn="ctr">
              <a:buNone/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Drag picture file here to insert image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AAF113-EAA0-FEE8-5D20-AF9DF727B5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63" t="23870" r="9262" b="23680"/>
          <a:stretch/>
        </p:blipFill>
        <p:spPr>
          <a:xfrm>
            <a:off x="558005" y="359250"/>
            <a:ext cx="1303200" cy="2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33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r 3 lines - Partnership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E60AF6-6593-9A34-C3E6-8C5FBE276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tIns="108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Next LT Pro Regular" panose="020B0504020202020204" pitchFamily="34" charset="0"/>
              <a:ea typeface="+mn-ea"/>
              <a:cs typeface="+mn-cs"/>
            </a:endParaRPr>
          </a:p>
        </p:txBody>
      </p:sp>
      <p:sp>
        <p:nvSpPr>
          <p:cNvPr id="24" name="Picture Placeholder 177">
            <a:extLst>
              <a:ext uri="{FF2B5EF4-FFF2-40B4-BE49-F238E27FC236}">
                <a16:creationId xmlns:a16="http://schemas.microsoft.com/office/drawing/2014/main" id="{EBF07732-6455-6288-ADD7-82EA3A369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62088" y="0"/>
            <a:ext cx="8129913" cy="6858000"/>
          </a:xfrm>
          <a:custGeom>
            <a:avLst/>
            <a:gdLst>
              <a:gd name="connsiteX0" fmla="*/ 4064325 w 8129913"/>
              <a:gd name="connsiteY0" fmla="*/ 0 h 6858000"/>
              <a:gd name="connsiteX1" fmla="*/ 8129913 w 8129913"/>
              <a:gd name="connsiteY1" fmla="*/ 0 h 6858000"/>
              <a:gd name="connsiteX2" fmla="*/ 8129913 w 8129913"/>
              <a:gd name="connsiteY2" fmla="*/ 6858000 h 6858000"/>
              <a:gd name="connsiteX3" fmla="*/ 0 w 81299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9913" h="6858000">
                <a:moveTo>
                  <a:pt x="4064325" y="0"/>
                </a:moveTo>
                <a:lnTo>
                  <a:pt x="8129913" y="0"/>
                </a:lnTo>
                <a:lnTo>
                  <a:pt x="81299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540000" tIns="0" bIns="108000" anchor="b" anchorCtr="0">
            <a:no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to insert image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198B190-8256-B7A4-2DD6-F8CE6D676F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3292324"/>
            <a:ext cx="3744911" cy="719138"/>
          </a:xfrm>
          <a:prstGeom prst="rect">
            <a:avLst/>
          </a:prstGeom>
        </p:spPr>
        <p:txBody>
          <a:bodyPr lIns="0" tIns="36000" rIns="0" bIns="0" anchor="b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Partnership two or three line title</a:t>
            </a:r>
            <a:br>
              <a:rPr lang="en-US" dirty="0"/>
            </a:br>
            <a:r>
              <a:rPr lang="en-US" dirty="0"/>
              <a:t>lorem ipsum 36pt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21ECA6D-9164-BCFE-CCD2-81392195A8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4" y="4095818"/>
            <a:ext cx="3744911" cy="2817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Presentation subtitle here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867666D-B4C8-2909-B2D8-C87235B71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0864" y="5707061"/>
            <a:ext cx="1727998" cy="16947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 partnership with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9CD8931-90A2-0190-221C-74EF771A0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0862" y="6019334"/>
            <a:ext cx="1728000" cy="470366"/>
          </a:xfrm>
        </p:spPr>
        <p:txBody>
          <a:bodyPr lIns="180000" rIns="180000"/>
          <a:lstStyle>
            <a:lvl1pPr marL="0" indent="0" algn="ctr">
              <a:buNone/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Drag picture file here to insert image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2EF2DA9-60E2-7D64-9CD1-95AD189E16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63" t="23870" r="9262" b="23680"/>
          <a:stretch/>
        </p:blipFill>
        <p:spPr>
          <a:xfrm>
            <a:off x="558005" y="360000"/>
            <a:ext cx="1303200" cy="2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55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 Chart / Table_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8281986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3852"/>
            <a:ext cx="8281986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397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8281986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3852"/>
            <a:ext cx="8281986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8281986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472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box - Three Lin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8281986" cy="2518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Header avenir demi 24pt</a:t>
            </a:r>
            <a:br>
              <a:rPr lang="en-US" dirty="0"/>
            </a:br>
            <a:r>
              <a:rPr lang="en-US" dirty="0"/>
              <a:t>Optional second line</a:t>
            </a:r>
            <a:br>
              <a:rPr lang="en-US" dirty="0"/>
            </a:br>
            <a:r>
              <a:rPr lang="en-US" dirty="0"/>
              <a:t>Third line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8281986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6479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2574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3852"/>
            <a:ext cx="10692574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5076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B8B4328-59C1-D6A0-2D23-526CB791C2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67438" y="1808163"/>
            <a:ext cx="5076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2723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2574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3852"/>
            <a:ext cx="10692574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79289D7-5C2E-68CE-3B90-A9A8960FA8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95151" y="1808163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9E19914-A73D-36ED-F704-267D2EE80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9438" y="1808163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0302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Icons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10693822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2052"/>
            <a:ext cx="10693822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EA0C833-46C2-988C-0074-D6A83249C2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0863" y="1815305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A6FB466-17DF-825B-8CFE-D36B7DFFAAC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0864" y="2354265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One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716212"/>
            <a:ext cx="3204000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D8935F0-FF95-E453-E9F6-68893F7A504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95776" y="1815305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BA31540-DD60-C1FE-84D9-AB3B913DE2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01240" y="2354265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Two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1114B1E-A563-1101-CB97-0755E7E651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5776" y="2716213"/>
            <a:ext cx="3204000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222353BC-D3DC-BA3E-0558-E3C87FF2BDC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040687" y="1815305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7A08AD4-EF40-3EEE-D086-FAFE12BF857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39099" y="2354265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Three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399FA75D-803B-3E4B-7183-E3994966E2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40687" y="2716213"/>
            <a:ext cx="3204000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470F1949-6467-FE3B-E626-1F303399B97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50863" y="3975101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88A00D0-DFE0-4018-7DEA-DB963BB6335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50864" y="4514851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Four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56E8744-4447-9B41-C4EF-92000E2207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863" y="4883149"/>
            <a:ext cx="3204000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ED0BCDCE-72FA-F3E6-C968-84566E1BEF5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95776" y="3975101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5021A18-46DC-3008-76D5-10DA7AF4F84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1240" y="4514851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Five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2D22F55-B345-13EA-70B9-B62C67DD2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95776" y="4883150"/>
            <a:ext cx="3204000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5AC45EB-6812-379E-D631-F1DE4063831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040687" y="3975101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9000ADE-09E6-91EC-6A61-155867714C5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39099" y="4514851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Six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876B04D-418A-408D-4B86-1F152EA3B9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40687" y="4883150"/>
            <a:ext cx="3204000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76632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Pictograms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10692860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2052"/>
            <a:ext cx="10692860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EA0C833-46C2-988C-0074-D6A83249C21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1231" y="1815305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B2482E55-CD47-6253-53E5-42929A12AC2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0864" y="3068637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One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826685-2A04-0F68-4915-A118119AB3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3381" y="3435900"/>
            <a:ext cx="3204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164A5E75-1C3A-DC3D-81BD-E0B3A496476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73271" y="1816649"/>
            <a:ext cx="930792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78A5A533-705A-55BF-9640-A52E87924F4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72903" y="3068637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Two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5371896C-3F0D-4AC8-A11F-BDE72D7513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72903" y="3437244"/>
            <a:ext cx="3204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3832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Pictograms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10692860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2052"/>
            <a:ext cx="10692860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EA0C833-46C2-988C-0074-D6A83249C21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1231" y="1815305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B2482E55-CD47-6253-53E5-42929A12AC2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0864" y="3068637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One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826685-2A04-0F68-4915-A118119AB3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3381" y="3435900"/>
            <a:ext cx="3204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164A5E75-1C3A-DC3D-81BD-E0B3A496476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1608" y="1816649"/>
            <a:ext cx="930792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78A5A533-705A-55BF-9640-A52E87924F4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01240" y="3068637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Two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5371896C-3F0D-4AC8-A11F-BDE72D7513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301240" y="3437244"/>
            <a:ext cx="3204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113F9B6D-211A-B9B6-4248-1FACCD47C16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39099" y="1816892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B81F170-703F-7395-84C2-03E6D079658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39099" y="3068637"/>
            <a:ext cx="3204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Three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9319EC4E-4AC2-69F0-186B-251CEA53F4F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39099" y="3437487"/>
            <a:ext cx="3204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26310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Pictograms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2859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2052"/>
            <a:ext cx="10692858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EA0C833-46C2-988C-0074-D6A83249C21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1231" y="1815304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69E0A6E-F6FC-97AD-7624-C07FE47220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0864" y="3068637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One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826685-2A04-0F68-4915-A118119AB3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0864" y="3429000"/>
            <a:ext cx="2268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164A5E75-1C3A-DC3D-81BD-E0B3A496476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59518" y="1815304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8EA8597-2A4A-0CD6-F43E-581D734CDCA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64873" y="3068637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Two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5371896C-3F0D-4AC8-A11F-BDE72D7513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59151" y="3429000"/>
            <a:ext cx="2268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113F9B6D-211A-B9B6-4248-1FACCD47C16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67805" y="1815304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8A568C4-ADFE-5A6C-2391-882D49319A8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67438" y="3068637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Three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9319EC4E-4AC2-69F0-186B-251CEA53F4F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67438" y="3429000"/>
            <a:ext cx="2268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B2667B7A-D629-4091-56C6-D363D67E793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76091" y="1815304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7AAA7D2-9EA7-4887-CE73-9A4FFE173C8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82703" y="3068637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Four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CA6B12B2-861A-5081-56F5-2053A76727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75724" y="3429000"/>
            <a:ext cx="2268000" cy="19796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95910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- Pas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A42F6E-246E-1108-4C12-F80987CC1815}"/>
              </a:ext>
            </a:extLst>
          </p:cNvPr>
          <p:cNvSpPr/>
          <p:nvPr userDrawn="1"/>
        </p:nvSpPr>
        <p:spPr>
          <a:xfrm>
            <a:off x="7896226" y="0"/>
            <a:ext cx="4295774" cy="685800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6966375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696637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F44278E-E901-C1DE-92E4-ACA7157349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F118552-E3C1-3540-F57A-9CA2F0C7D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151" y="1808163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9CD24D4-DA21-58A6-D7F7-52F6BB2323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37136" y="1808163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4340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lumns - Pas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A42F6E-246E-1108-4C12-F80987CC1815}"/>
              </a:ext>
            </a:extLst>
          </p:cNvPr>
          <p:cNvSpPr/>
          <p:nvPr userDrawn="1"/>
        </p:nvSpPr>
        <p:spPr>
          <a:xfrm>
            <a:off x="6095997" y="0"/>
            <a:ext cx="6096003" cy="685800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173C6D-32FE-71CF-2FBB-512DB6CF2C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5075998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38C0768-BEC5-3152-F12C-35785BA74A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3852"/>
            <a:ext cx="5075998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105A449-5BAE-DF74-F24B-A818099BCE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5076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5C8FA5B-C103-3A91-5742-FA5FB511C8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36906" y="1808163"/>
            <a:ext cx="4606531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9164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- Blue / Purp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AD0FDE-F3B7-E9ED-8FBE-820CEDD9B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0"/>
            <a:ext cx="4151311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3204000" cy="251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2052"/>
            <a:ext cx="3204000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BD94631-F21A-E9A8-E18B-36A8C2123E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11338"/>
            <a:ext cx="3204000" cy="4321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8E62AFA-8CAC-DF8F-ECBF-F7D5E587F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9299" y="1811338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7C1BD0C-1BC2-0403-5041-362D436CBC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37138" y="1811338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426BABF-82F1-BE8F-A605-733527406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683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lumns - Blue / Purp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AD0FDE-F3B7-E9ED-8FBE-820CEDD9B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0"/>
            <a:ext cx="4151311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3204000" cy="251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2052"/>
            <a:ext cx="3204000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8E62AFA-8CAC-DF8F-ECBF-F7D5E587F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9299" y="1811338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7C1BD0C-1BC2-0403-5041-362D436CBC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37138" y="1811338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CB882C-CB4A-9AFE-5F9D-447BFE4528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146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x Column - Blue / Purp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AD0FDE-F3B7-E9ED-8FBE-820CEDD9B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0"/>
            <a:ext cx="4151311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3204000" cy="251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2052"/>
            <a:ext cx="3204000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BD94631-F21A-E9A8-E18B-36A8C2123E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11338"/>
            <a:ext cx="3204000" cy="4321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EC22AA-EB71-1C63-2A47-66FF10DFA5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669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- Blue / Purpl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AD0FDE-F3B7-E9ED-8FBE-820CEDD9B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40684" y="0"/>
            <a:ext cx="4151311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6966375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696637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BD94631-F21A-E9A8-E18B-36A8C2123E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12926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8E62AFA-8CAC-DF8F-ECBF-F7D5E587F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151" y="1812926"/>
            <a:ext cx="3204000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B29449A-7F88-8F52-2169-99B80B5689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37136" y="1812926"/>
            <a:ext cx="3204000" cy="4321175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5082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Split -  Blue / Purpl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1870E7-67C3-31B4-3763-30D7343FC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6095999" y="0"/>
            <a:ext cx="6096000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5075998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3852"/>
            <a:ext cx="5075998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2" y="1808163"/>
            <a:ext cx="5076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A5CF333-E5B7-1960-5F54-967F39A4A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02800" y="2766536"/>
            <a:ext cx="3601713" cy="73866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>
              <a:buNone/>
              <a:tabLst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“Quote Copy Avenir Demi 24pt”.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F395936-4441-9E95-2851-1ED7A64D37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02800" y="3634999"/>
            <a:ext cx="2808287" cy="25200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51759836-E0B1-5577-37C5-D2B5A794D9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02800" y="3892179"/>
            <a:ext cx="2808287" cy="252000"/>
          </a:xfrm>
        </p:spPr>
        <p:txBody>
          <a:bodyPr/>
          <a:lstStyle>
            <a:lvl1pPr marL="0" indent="0" algn="l"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title, Company 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19755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Text -  Blue / Purple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B8773E-2F29-ECD1-16FF-8BC5E75E1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6095999" y="0"/>
            <a:ext cx="6096000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E71408-1F6A-1900-3166-8B0F27B91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5075998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40A9B4-F93C-AB35-66CE-1690CFBC25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3852"/>
            <a:ext cx="5075998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BC752C-CC9E-C49E-83BC-B6B704830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2" y="1808163"/>
            <a:ext cx="5076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9600" y="2168525"/>
            <a:ext cx="4679821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9600" y="3608388"/>
            <a:ext cx="4679821" cy="162083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73275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Blue / Purple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8D564B-EB64-218D-674E-69E2C567C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40684" y="0"/>
            <a:ext cx="4151311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F4A0393-5E31-B1D7-44B4-0AE64D411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6966375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EF12EEA-B717-A2D4-DD8A-8AD5480E07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696637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2C9B01AB-F676-3FF4-AEAE-E940651574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1" y="1808163"/>
            <a:ext cx="6966375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2168525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3608388"/>
            <a:ext cx="3024000" cy="162083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5763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lumns -  Blue / Purple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5CACE1-373F-1887-B5D9-B73EA9691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40684" y="0"/>
            <a:ext cx="4151311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F4A0393-5E31-B1D7-44B4-0AE64D411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6966375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EF12EEA-B717-A2D4-DD8A-8AD5480E07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696637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85E9EA0-2A22-199D-48CF-03EB94ECF4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3204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69DCDE0-20E2-91A9-6591-26711B40C6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5774" y="1808163"/>
            <a:ext cx="3204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2168525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3598863"/>
            <a:ext cx="3024000" cy="162083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21371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Light Image - Blue / Purple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3EBDDE-664E-22FA-02F4-D12882D30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40687" y="0"/>
            <a:ext cx="4151311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AA0871-DF4F-3D16-30B1-C25E0C64F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29338"/>
            <a:ext cx="227965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A55DB76-799D-A0D8-6DBF-3FB7E44D7DB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8040688" cy="6858000"/>
          </a:xfrm>
          <a:custGeom>
            <a:avLst/>
            <a:gdLst>
              <a:gd name="connsiteX0" fmla="*/ 1579559 w 8040688"/>
              <a:gd name="connsiteY0" fmla="*/ 6496532 h 6858000"/>
              <a:gd name="connsiteX1" fmla="*/ 1579559 w 8040688"/>
              <a:gd name="connsiteY1" fmla="*/ 6505105 h 6858000"/>
              <a:gd name="connsiteX2" fmla="*/ 1555747 w 8040688"/>
              <a:gd name="connsiteY2" fmla="*/ 6527013 h 6858000"/>
              <a:gd name="connsiteX3" fmla="*/ 1538602 w 8040688"/>
              <a:gd name="connsiteY3" fmla="*/ 6512725 h 6858000"/>
              <a:gd name="connsiteX4" fmla="*/ 1555747 w 8040688"/>
              <a:gd name="connsiteY4" fmla="*/ 6499390 h 6858000"/>
              <a:gd name="connsiteX5" fmla="*/ 1569082 w 8040688"/>
              <a:gd name="connsiteY5" fmla="*/ 6499390 h 6858000"/>
              <a:gd name="connsiteX6" fmla="*/ 1579559 w 8040688"/>
              <a:gd name="connsiteY6" fmla="*/ 6496532 h 6858000"/>
              <a:gd name="connsiteX7" fmla="*/ 1162365 w 8040688"/>
              <a:gd name="connsiteY7" fmla="*/ 6496532 h 6858000"/>
              <a:gd name="connsiteX8" fmla="*/ 1162365 w 8040688"/>
              <a:gd name="connsiteY8" fmla="*/ 6505105 h 6858000"/>
              <a:gd name="connsiteX9" fmla="*/ 1138553 w 8040688"/>
              <a:gd name="connsiteY9" fmla="*/ 6527013 h 6858000"/>
              <a:gd name="connsiteX10" fmla="*/ 1121408 w 8040688"/>
              <a:gd name="connsiteY10" fmla="*/ 6512725 h 6858000"/>
              <a:gd name="connsiteX11" fmla="*/ 1138553 w 8040688"/>
              <a:gd name="connsiteY11" fmla="*/ 6499390 h 6858000"/>
              <a:gd name="connsiteX12" fmla="*/ 1151888 w 8040688"/>
              <a:gd name="connsiteY12" fmla="*/ 6499390 h 6858000"/>
              <a:gd name="connsiteX13" fmla="*/ 1162365 w 8040688"/>
              <a:gd name="connsiteY13" fmla="*/ 6496532 h 6858000"/>
              <a:gd name="connsiteX14" fmla="*/ 736599 w 8040688"/>
              <a:gd name="connsiteY14" fmla="*/ 6455574 h 6858000"/>
              <a:gd name="connsiteX15" fmla="*/ 619442 w 8040688"/>
              <a:gd name="connsiteY15" fmla="*/ 6523203 h 6858000"/>
              <a:gd name="connsiteX16" fmla="*/ 632777 w 8040688"/>
              <a:gd name="connsiteY16" fmla="*/ 6552731 h 6858000"/>
              <a:gd name="connsiteX17" fmla="*/ 646112 w 8040688"/>
              <a:gd name="connsiteY17" fmla="*/ 6571781 h 6858000"/>
              <a:gd name="connsiteX18" fmla="*/ 765174 w 8040688"/>
              <a:gd name="connsiteY18" fmla="*/ 6503200 h 6858000"/>
              <a:gd name="connsiteX19" fmla="*/ 736599 w 8040688"/>
              <a:gd name="connsiteY19" fmla="*/ 6455574 h 6858000"/>
              <a:gd name="connsiteX20" fmla="*/ 1781490 w 8040688"/>
              <a:gd name="connsiteY20" fmla="*/ 6452716 h 6858000"/>
              <a:gd name="connsiteX21" fmla="*/ 1808160 w 8040688"/>
              <a:gd name="connsiteY21" fmla="*/ 6474624 h 6858000"/>
              <a:gd name="connsiteX22" fmla="*/ 1753867 w 8040688"/>
              <a:gd name="connsiteY22" fmla="*/ 6474624 h 6858000"/>
              <a:gd name="connsiteX23" fmla="*/ 1781490 w 8040688"/>
              <a:gd name="connsiteY23" fmla="*/ 6452716 h 6858000"/>
              <a:gd name="connsiteX24" fmla="*/ 1309050 w 8040688"/>
              <a:gd name="connsiteY24" fmla="*/ 6426999 h 6858000"/>
              <a:gd name="connsiteX25" fmla="*/ 1309050 w 8040688"/>
              <a:gd name="connsiteY25" fmla="*/ 6456526 h 6858000"/>
              <a:gd name="connsiteX26" fmla="*/ 1326195 w 8040688"/>
              <a:gd name="connsiteY26" fmla="*/ 6456526 h 6858000"/>
              <a:gd name="connsiteX27" fmla="*/ 1326195 w 8040688"/>
              <a:gd name="connsiteY27" fmla="*/ 6548920 h 6858000"/>
              <a:gd name="connsiteX28" fmla="*/ 1360485 w 8040688"/>
              <a:gd name="connsiteY28" fmla="*/ 6548920 h 6858000"/>
              <a:gd name="connsiteX29" fmla="*/ 1360485 w 8040688"/>
              <a:gd name="connsiteY29" fmla="*/ 6426999 h 6858000"/>
              <a:gd name="connsiteX30" fmla="*/ 1372868 w 8040688"/>
              <a:gd name="connsiteY30" fmla="*/ 6426998 h 6858000"/>
              <a:gd name="connsiteX31" fmla="*/ 1414778 w 8040688"/>
              <a:gd name="connsiteY31" fmla="*/ 6548920 h 6858000"/>
              <a:gd name="connsiteX32" fmla="*/ 1457640 w 8040688"/>
              <a:gd name="connsiteY32" fmla="*/ 6548920 h 6858000"/>
              <a:gd name="connsiteX33" fmla="*/ 1501455 w 8040688"/>
              <a:gd name="connsiteY33" fmla="*/ 6426998 h 6858000"/>
              <a:gd name="connsiteX34" fmla="*/ 1465260 w 8040688"/>
              <a:gd name="connsiteY34" fmla="*/ 6426998 h 6858000"/>
              <a:gd name="connsiteX35" fmla="*/ 1437638 w 8040688"/>
              <a:gd name="connsiteY35" fmla="*/ 6511772 h 6858000"/>
              <a:gd name="connsiteX36" fmla="*/ 1410015 w 8040688"/>
              <a:gd name="connsiteY36" fmla="*/ 6426998 h 6858000"/>
              <a:gd name="connsiteX37" fmla="*/ 1781490 w 8040688"/>
              <a:gd name="connsiteY37" fmla="*/ 6425093 h 6858000"/>
              <a:gd name="connsiteX38" fmla="*/ 1718625 w 8040688"/>
              <a:gd name="connsiteY38" fmla="*/ 6488912 h 6858000"/>
              <a:gd name="connsiteX39" fmla="*/ 1782442 w 8040688"/>
              <a:gd name="connsiteY39" fmla="*/ 6552730 h 6858000"/>
              <a:gd name="connsiteX40" fmla="*/ 1843402 w 8040688"/>
              <a:gd name="connsiteY40" fmla="*/ 6514629 h 6858000"/>
              <a:gd name="connsiteX41" fmla="*/ 1807207 w 8040688"/>
              <a:gd name="connsiteY41" fmla="*/ 6510819 h 6858000"/>
              <a:gd name="connsiteX42" fmla="*/ 1782442 w 8040688"/>
              <a:gd name="connsiteY42" fmla="*/ 6523202 h 6858000"/>
              <a:gd name="connsiteX43" fmla="*/ 1754820 w 8040688"/>
              <a:gd name="connsiteY43" fmla="*/ 6498437 h 6858000"/>
              <a:gd name="connsiteX44" fmla="*/ 1845307 w 8040688"/>
              <a:gd name="connsiteY44" fmla="*/ 6498437 h 6858000"/>
              <a:gd name="connsiteX45" fmla="*/ 1845307 w 8040688"/>
              <a:gd name="connsiteY45" fmla="*/ 6497484 h 6858000"/>
              <a:gd name="connsiteX46" fmla="*/ 1781490 w 8040688"/>
              <a:gd name="connsiteY46" fmla="*/ 6425093 h 6858000"/>
              <a:gd name="connsiteX47" fmla="*/ 1282380 w 8040688"/>
              <a:gd name="connsiteY47" fmla="*/ 6425093 h 6858000"/>
              <a:gd name="connsiteX48" fmla="*/ 1250947 w 8040688"/>
              <a:gd name="connsiteY48" fmla="*/ 6446048 h 6858000"/>
              <a:gd name="connsiteX49" fmla="*/ 1250947 w 8040688"/>
              <a:gd name="connsiteY49" fmla="*/ 6426998 h 6858000"/>
              <a:gd name="connsiteX50" fmla="*/ 1217610 w 8040688"/>
              <a:gd name="connsiteY50" fmla="*/ 6426998 h 6858000"/>
              <a:gd name="connsiteX51" fmla="*/ 1217610 w 8040688"/>
              <a:gd name="connsiteY51" fmla="*/ 6548920 h 6858000"/>
              <a:gd name="connsiteX52" fmla="*/ 1251900 w 8040688"/>
              <a:gd name="connsiteY52" fmla="*/ 6548920 h 6858000"/>
              <a:gd name="connsiteX53" fmla="*/ 1251900 w 8040688"/>
              <a:gd name="connsiteY53" fmla="*/ 6490817 h 6858000"/>
              <a:gd name="connsiteX54" fmla="*/ 1277617 w 8040688"/>
              <a:gd name="connsiteY54" fmla="*/ 6461289 h 6858000"/>
              <a:gd name="connsiteX55" fmla="*/ 1291905 w 8040688"/>
              <a:gd name="connsiteY55" fmla="*/ 6461289 h 6858000"/>
              <a:gd name="connsiteX56" fmla="*/ 1291905 w 8040688"/>
              <a:gd name="connsiteY56" fmla="*/ 6426046 h 6858000"/>
              <a:gd name="connsiteX57" fmla="*/ 1282380 w 8040688"/>
              <a:gd name="connsiteY57" fmla="*/ 6425093 h 6858000"/>
              <a:gd name="connsiteX58" fmla="*/ 1562414 w 8040688"/>
              <a:gd name="connsiteY58" fmla="*/ 6424141 h 6858000"/>
              <a:gd name="connsiteX59" fmla="*/ 1510027 w 8040688"/>
              <a:gd name="connsiteY59" fmla="*/ 6439381 h 6858000"/>
              <a:gd name="connsiteX60" fmla="*/ 1523362 w 8040688"/>
              <a:gd name="connsiteY60" fmla="*/ 6465099 h 6858000"/>
              <a:gd name="connsiteX61" fmla="*/ 1559557 w 8040688"/>
              <a:gd name="connsiteY61" fmla="*/ 6453669 h 6858000"/>
              <a:gd name="connsiteX62" fmla="*/ 1579559 w 8040688"/>
              <a:gd name="connsiteY62" fmla="*/ 6467957 h 6858000"/>
              <a:gd name="connsiteX63" fmla="*/ 1580512 w 8040688"/>
              <a:gd name="connsiteY63" fmla="*/ 6468909 h 6858000"/>
              <a:gd name="connsiteX64" fmla="*/ 1571939 w 8040688"/>
              <a:gd name="connsiteY64" fmla="*/ 6476529 h 6858000"/>
              <a:gd name="connsiteX65" fmla="*/ 1548127 w 8040688"/>
              <a:gd name="connsiteY65" fmla="*/ 6476529 h 6858000"/>
              <a:gd name="connsiteX66" fmla="*/ 1504312 w 8040688"/>
              <a:gd name="connsiteY66" fmla="*/ 6513677 h 6858000"/>
              <a:gd name="connsiteX67" fmla="*/ 1547174 w 8040688"/>
              <a:gd name="connsiteY67" fmla="*/ 6551778 h 6858000"/>
              <a:gd name="connsiteX68" fmla="*/ 1581464 w 8040688"/>
              <a:gd name="connsiteY68" fmla="*/ 6537490 h 6858000"/>
              <a:gd name="connsiteX69" fmla="*/ 1581464 w 8040688"/>
              <a:gd name="connsiteY69" fmla="*/ 6548920 h 6858000"/>
              <a:gd name="connsiteX70" fmla="*/ 1615754 w 8040688"/>
              <a:gd name="connsiteY70" fmla="*/ 6548920 h 6858000"/>
              <a:gd name="connsiteX71" fmla="*/ 1615754 w 8040688"/>
              <a:gd name="connsiteY71" fmla="*/ 6468909 h 6858000"/>
              <a:gd name="connsiteX72" fmla="*/ 1562414 w 8040688"/>
              <a:gd name="connsiteY72" fmla="*/ 6424141 h 6858000"/>
              <a:gd name="connsiteX73" fmla="*/ 1145220 w 8040688"/>
              <a:gd name="connsiteY73" fmla="*/ 6424141 h 6858000"/>
              <a:gd name="connsiteX74" fmla="*/ 1092833 w 8040688"/>
              <a:gd name="connsiteY74" fmla="*/ 6439381 h 6858000"/>
              <a:gd name="connsiteX75" fmla="*/ 1106168 w 8040688"/>
              <a:gd name="connsiteY75" fmla="*/ 6465099 h 6858000"/>
              <a:gd name="connsiteX76" fmla="*/ 1142363 w 8040688"/>
              <a:gd name="connsiteY76" fmla="*/ 6453669 h 6858000"/>
              <a:gd name="connsiteX77" fmla="*/ 1162365 w 8040688"/>
              <a:gd name="connsiteY77" fmla="*/ 6467957 h 6858000"/>
              <a:gd name="connsiteX78" fmla="*/ 1163318 w 8040688"/>
              <a:gd name="connsiteY78" fmla="*/ 6468909 h 6858000"/>
              <a:gd name="connsiteX79" fmla="*/ 1154745 w 8040688"/>
              <a:gd name="connsiteY79" fmla="*/ 6476529 h 6858000"/>
              <a:gd name="connsiteX80" fmla="*/ 1130933 w 8040688"/>
              <a:gd name="connsiteY80" fmla="*/ 6476529 h 6858000"/>
              <a:gd name="connsiteX81" fmla="*/ 1087118 w 8040688"/>
              <a:gd name="connsiteY81" fmla="*/ 6513677 h 6858000"/>
              <a:gd name="connsiteX82" fmla="*/ 1129980 w 8040688"/>
              <a:gd name="connsiteY82" fmla="*/ 6551778 h 6858000"/>
              <a:gd name="connsiteX83" fmla="*/ 1164270 w 8040688"/>
              <a:gd name="connsiteY83" fmla="*/ 6537490 h 6858000"/>
              <a:gd name="connsiteX84" fmla="*/ 1164270 w 8040688"/>
              <a:gd name="connsiteY84" fmla="*/ 6548920 h 6858000"/>
              <a:gd name="connsiteX85" fmla="*/ 1198560 w 8040688"/>
              <a:gd name="connsiteY85" fmla="*/ 6548920 h 6858000"/>
              <a:gd name="connsiteX86" fmla="*/ 1198560 w 8040688"/>
              <a:gd name="connsiteY86" fmla="*/ 6468909 h 6858000"/>
              <a:gd name="connsiteX87" fmla="*/ 1145220 w 8040688"/>
              <a:gd name="connsiteY87" fmla="*/ 6424141 h 6858000"/>
              <a:gd name="connsiteX88" fmla="*/ 587056 w 8040688"/>
              <a:gd name="connsiteY88" fmla="*/ 6386040 h 6858000"/>
              <a:gd name="connsiteX89" fmla="*/ 564196 w 8040688"/>
              <a:gd name="connsiteY89" fmla="*/ 6386993 h 6858000"/>
              <a:gd name="connsiteX90" fmla="*/ 564196 w 8040688"/>
              <a:gd name="connsiteY90" fmla="*/ 6524155 h 6858000"/>
              <a:gd name="connsiteX91" fmla="*/ 587056 w 8040688"/>
              <a:gd name="connsiteY91" fmla="*/ 6526060 h 6858000"/>
              <a:gd name="connsiteX92" fmla="*/ 619441 w 8040688"/>
              <a:gd name="connsiteY92" fmla="*/ 6523202 h 6858000"/>
              <a:gd name="connsiteX93" fmla="*/ 613726 w 8040688"/>
              <a:gd name="connsiteY93" fmla="*/ 6406043 h 6858000"/>
              <a:gd name="connsiteX94" fmla="*/ 619441 w 8040688"/>
              <a:gd name="connsiteY94" fmla="*/ 6388898 h 6858000"/>
              <a:gd name="connsiteX95" fmla="*/ 587056 w 8040688"/>
              <a:gd name="connsiteY95" fmla="*/ 6386040 h 6858000"/>
              <a:gd name="connsiteX96" fmla="*/ 1647187 w 8040688"/>
              <a:gd name="connsiteY96" fmla="*/ 6381278 h 6858000"/>
              <a:gd name="connsiteX97" fmla="*/ 1647187 w 8040688"/>
              <a:gd name="connsiteY97" fmla="*/ 6427951 h 6858000"/>
              <a:gd name="connsiteX98" fmla="*/ 1628137 w 8040688"/>
              <a:gd name="connsiteY98" fmla="*/ 6427951 h 6858000"/>
              <a:gd name="connsiteX99" fmla="*/ 1628137 w 8040688"/>
              <a:gd name="connsiteY99" fmla="*/ 6457479 h 6858000"/>
              <a:gd name="connsiteX100" fmla="*/ 1647187 w 8040688"/>
              <a:gd name="connsiteY100" fmla="*/ 6457479 h 6858000"/>
              <a:gd name="connsiteX101" fmla="*/ 1647187 w 8040688"/>
              <a:gd name="connsiteY101" fmla="*/ 6524155 h 6858000"/>
              <a:gd name="connsiteX102" fmla="*/ 1682429 w 8040688"/>
              <a:gd name="connsiteY102" fmla="*/ 6551778 h 6858000"/>
              <a:gd name="connsiteX103" fmla="*/ 1709099 w 8040688"/>
              <a:gd name="connsiteY103" fmla="*/ 6549873 h 6858000"/>
              <a:gd name="connsiteX104" fmla="*/ 1709099 w 8040688"/>
              <a:gd name="connsiteY104" fmla="*/ 6520345 h 6858000"/>
              <a:gd name="connsiteX105" fmla="*/ 1692907 w 8040688"/>
              <a:gd name="connsiteY105" fmla="*/ 6520345 h 6858000"/>
              <a:gd name="connsiteX106" fmla="*/ 1681477 w 8040688"/>
              <a:gd name="connsiteY106" fmla="*/ 6511772 h 6858000"/>
              <a:gd name="connsiteX107" fmla="*/ 1681477 w 8040688"/>
              <a:gd name="connsiteY107" fmla="*/ 6456526 h 6858000"/>
              <a:gd name="connsiteX108" fmla="*/ 1708147 w 8040688"/>
              <a:gd name="connsiteY108" fmla="*/ 6456526 h 6858000"/>
              <a:gd name="connsiteX109" fmla="*/ 1708147 w 8040688"/>
              <a:gd name="connsiteY109" fmla="*/ 6426998 h 6858000"/>
              <a:gd name="connsiteX110" fmla="*/ 1681477 w 8040688"/>
              <a:gd name="connsiteY110" fmla="*/ 6426998 h 6858000"/>
              <a:gd name="connsiteX111" fmla="*/ 1681477 w 8040688"/>
              <a:gd name="connsiteY111" fmla="*/ 6381278 h 6858000"/>
              <a:gd name="connsiteX112" fmla="*/ 1341435 w 8040688"/>
              <a:gd name="connsiteY112" fmla="*/ 6363180 h 6858000"/>
              <a:gd name="connsiteX113" fmla="*/ 1319527 w 8040688"/>
              <a:gd name="connsiteY113" fmla="*/ 6385088 h 6858000"/>
              <a:gd name="connsiteX114" fmla="*/ 1341435 w 8040688"/>
              <a:gd name="connsiteY114" fmla="*/ 6406996 h 6858000"/>
              <a:gd name="connsiteX115" fmla="*/ 1363342 w 8040688"/>
              <a:gd name="connsiteY115" fmla="*/ 6385088 h 6858000"/>
              <a:gd name="connsiteX116" fmla="*/ 1341435 w 8040688"/>
              <a:gd name="connsiteY116" fmla="*/ 6363180 h 6858000"/>
              <a:gd name="connsiteX117" fmla="*/ 1032826 w 8040688"/>
              <a:gd name="connsiteY117" fmla="*/ 6363180 h 6858000"/>
              <a:gd name="connsiteX118" fmla="*/ 1032826 w 8040688"/>
              <a:gd name="connsiteY118" fmla="*/ 6548920 h 6858000"/>
              <a:gd name="connsiteX119" fmla="*/ 1067116 w 8040688"/>
              <a:gd name="connsiteY119" fmla="*/ 6548920 h 6858000"/>
              <a:gd name="connsiteX120" fmla="*/ 1067116 w 8040688"/>
              <a:gd name="connsiteY120" fmla="*/ 6363180 h 6858000"/>
              <a:gd name="connsiteX121" fmla="*/ 922336 w 8040688"/>
              <a:gd name="connsiteY121" fmla="*/ 6359370 h 6858000"/>
              <a:gd name="connsiteX122" fmla="*/ 825181 w 8040688"/>
              <a:gd name="connsiteY122" fmla="*/ 6455574 h 6858000"/>
              <a:gd name="connsiteX123" fmla="*/ 922336 w 8040688"/>
              <a:gd name="connsiteY123" fmla="*/ 6551778 h 6858000"/>
              <a:gd name="connsiteX124" fmla="*/ 1013776 w 8040688"/>
              <a:gd name="connsiteY124" fmla="*/ 6482244 h 6858000"/>
              <a:gd name="connsiteX125" fmla="*/ 973771 w 8040688"/>
              <a:gd name="connsiteY125" fmla="*/ 6482244 h 6858000"/>
              <a:gd name="connsiteX126" fmla="*/ 923288 w 8040688"/>
              <a:gd name="connsiteY126" fmla="*/ 6517488 h 6858000"/>
              <a:gd name="connsiteX127" fmla="*/ 865186 w 8040688"/>
              <a:gd name="connsiteY127" fmla="*/ 6455574 h 6858000"/>
              <a:gd name="connsiteX128" fmla="*/ 923288 w 8040688"/>
              <a:gd name="connsiteY128" fmla="*/ 6393661 h 6858000"/>
              <a:gd name="connsiteX129" fmla="*/ 972818 w 8040688"/>
              <a:gd name="connsiteY129" fmla="*/ 6428904 h 6858000"/>
              <a:gd name="connsiteX130" fmla="*/ 1013776 w 8040688"/>
              <a:gd name="connsiteY130" fmla="*/ 6428904 h 6858000"/>
              <a:gd name="connsiteX131" fmla="*/ 922336 w 8040688"/>
              <a:gd name="connsiteY131" fmla="*/ 6359370 h 6858000"/>
              <a:gd name="connsiteX132" fmla="*/ 646112 w 8040688"/>
              <a:gd name="connsiteY132" fmla="*/ 6339367 h 6858000"/>
              <a:gd name="connsiteX133" fmla="*/ 619442 w 8040688"/>
              <a:gd name="connsiteY133" fmla="*/ 6387945 h 6858000"/>
              <a:gd name="connsiteX134" fmla="*/ 735647 w 8040688"/>
              <a:gd name="connsiteY134" fmla="*/ 6455574 h 6858000"/>
              <a:gd name="connsiteX135" fmla="*/ 764222 w 8040688"/>
              <a:gd name="connsiteY135" fmla="*/ 6407948 h 6858000"/>
              <a:gd name="connsiteX136" fmla="*/ 646112 w 8040688"/>
              <a:gd name="connsiteY136" fmla="*/ 6339367 h 6858000"/>
              <a:gd name="connsiteX137" fmla="*/ 0 w 8040688"/>
              <a:gd name="connsiteY137" fmla="*/ 0 h 6858000"/>
              <a:gd name="connsiteX138" fmla="*/ 8040688 w 8040688"/>
              <a:gd name="connsiteY138" fmla="*/ 0 h 6858000"/>
              <a:gd name="connsiteX139" fmla="*/ 8040688 w 8040688"/>
              <a:gd name="connsiteY139" fmla="*/ 6858000 h 6858000"/>
              <a:gd name="connsiteX140" fmla="*/ 0 w 8040688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8040688" h="6858000">
                <a:moveTo>
                  <a:pt x="1579559" y="6496532"/>
                </a:moveTo>
                <a:lnTo>
                  <a:pt x="1579559" y="6505105"/>
                </a:lnTo>
                <a:cubicBezTo>
                  <a:pt x="1579559" y="6520345"/>
                  <a:pt x="1566224" y="6527013"/>
                  <a:pt x="1555747" y="6527013"/>
                </a:cubicBezTo>
                <a:cubicBezTo>
                  <a:pt x="1545269" y="6527013"/>
                  <a:pt x="1538602" y="6521298"/>
                  <a:pt x="1538602" y="6512725"/>
                </a:cubicBezTo>
                <a:cubicBezTo>
                  <a:pt x="1538602" y="6504152"/>
                  <a:pt x="1545269" y="6499390"/>
                  <a:pt x="1555747" y="6499390"/>
                </a:cubicBezTo>
                <a:lnTo>
                  <a:pt x="1569082" y="6499390"/>
                </a:lnTo>
                <a:cubicBezTo>
                  <a:pt x="1573844" y="6499390"/>
                  <a:pt x="1577654" y="6498437"/>
                  <a:pt x="1579559" y="6496532"/>
                </a:cubicBezTo>
                <a:close/>
                <a:moveTo>
                  <a:pt x="1162365" y="6496532"/>
                </a:moveTo>
                <a:lnTo>
                  <a:pt x="1162365" y="6505105"/>
                </a:lnTo>
                <a:cubicBezTo>
                  <a:pt x="1162365" y="6520345"/>
                  <a:pt x="1149030" y="6527013"/>
                  <a:pt x="1138553" y="6527013"/>
                </a:cubicBezTo>
                <a:cubicBezTo>
                  <a:pt x="1128075" y="6527013"/>
                  <a:pt x="1121408" y="6521298"/>
                  <a:pt x="1121408" y="6512725"/>
                </a:cubicBezTo>
                <a:cubicBezTo>
                  <a:pt x="1121408" y="6504152"/>
                  <a:pt x="1128075" y="6499390"/>
                  <a:pt x="1138553" y="6499390"/>
                </a:cubicBezTo>
                <a:lnTo>
                  <a:pt x="1151888" y="6499390"/>
                </a:lnTo>
                <a:cubicBezTo>
                  <a:pt x="1156650" y="6499390"/>
                  <a:pt x="1160460" y="6498437"/>
                  <a:pt x="1162365" y="6496532"/>
                </a:cubicBezTo>
                <a:close/>
                <a:moveTo>
                  <a:pt x="736599" y="6455574"/>
                </a:moveTo>
                <a:cubicBezTo>
                  <a:pt x="707072" y="6490817"/>
                  <a:pt x="666114" y="6515582"/>
                  <a:pt x="619442" y="6523203"/>
                </a:cubicBezTo>
                <a:cubicBezTo>
                  <a:pt x="623252" y="6532728"/>
                  <a:pt x="628014" y="6543205"/>
                  <a:pt x="632777" y="6552731"/>
                </a:cubicBezTo>
                <a:cubicBezTo>
                  <a:pt x="636587" y="6559398"/>
                  <a:pt x="641349" y="6566066"/>
                  <a:pt x="646112" y="6571781"/>
                </a:cubicBezTo>
                <a:cubicBezTo>
                  <a:pt x="691832" y="6560351"/>
                  <a:pt x="732789" y="6536538"/>
                  <a:pt x="765174" y="6503200"/>
                </a:cubicBezTo>
                <a:cubicBezTo>
                  <a:pt x="757554" y="6486054"/>
                  <a:pt x="748029" y="6469862"/>
                  <a:pt x="736599" y="6455574"/>
                </a:cubicBezTo>
                <a:close/>
                <a:moveTo>
                  <a:pt x="1781490" y="6452716"/>
                </a:moveTo>
                <a:cubicBezTo>
                  <a:pt x="1795777" y="6452716"/>
                  <a:pt x="1806255" y="6462241"/>
                  <a:pt x="1808160" y="6474624"/>
                </a:cubicBezTo>
                <a:lnTo>
                  <a:pt x="1753867" y="6474624"/>
                </a:lnTo>
                <a:cubicBezTo>
                  <a:pt x="1756725" y="6461289"/>
                  <a:pt x="1767202" y="6452716"/>
                  <a:pt x="1781490" y="6452716"/>
                </a:cubicBezTo>
                <a:close/>
                <a:moveTo>
                  <a:pt x="1309050" y="6426999"/>
                </a:moveTo>
                <a:lnTo>
                  <a:pt x="1309050" y="6456526"/>
                </a:lnTo>
                <a:lnTo>
                  <a:pt x="1326195" y="6456526"/>
                </a:lnTo>
                <a:lnTo>
                  <a:pt x="1326195" y="6548920"/>
                </a:lnTo>
                <a:lnTo>
                  <a:pt x="1360485" y="6548920"/>
                </a:lnTo>
                <a:lnTo>
                  <a:pt x="1360485" y="6426999"/>
                </a:lnTo>
                <a:close/>
                <a:moveTo>
                  <a:pt x="1372868" y="6426998"/>
                </a:moveTo>
                <a:lnTo>
                  <a:pt x="1414778" y="6548920"/>
                </a:lnTo>
                <a:lnTo>
                  <a:pt x="1457640" y="6548920"/>
                </a:lnTo>
                <a:lnTo>
                  <a:pt x="1501455" y="6426998"/>
                </a:lnTo>
                <a:lnTo>
                  <a:pt x="1465260" y="6426998"/>
                </a:lnTo>
                <a:lnTo>
                  <a:pt x="1437638" y="6511772"/>
                </a:lnTo>
                <a:lnTo>
                  <a:pt x="1410015" y="6426998"/>
                </a:lnTo>
                <a:close/>
                <a:moveTo>
                  <a:pt x="1781490" y="6425093"/>
                </a:moveTo>
                <a:cubicBezTo>
                  <a:pt x="1745295" y="6425093"/>
                  <a:pt x="1718625" y="6451763"/>
                  <a:pt x="1718625" y="6488912"/>
                </a:cubicBezTo>
                <a:cubicBezTo>
                  <a:pt x="1718625" y="6526060"/>
                  <a:pt x="1754820" y="6552730"/>
                  <a:pt x="1782442" y="6552730"/>
                </a:cubicBezTo>
                <a:cubicBezTo>
                  <a:pt x="1810065" y="6552730"/>
                  <a:pt x="1832925" y="6540347"/>
                  <a:pt x="1843402" y="6514629"/>
                </a:cubicBezTo>
                <a:lnTo>
                  <a:pt x="1807207" y="6510819"/>
                </a:lnTo>
                <a:cubicBezTo>
                  <a:pt x="1802445" y="6518439"/>
                  <a:pt x="1797682" y="6523202"/>
                  <a:pt x="1782442" y="6523202"/>
                </a:cubicBezTo>
                <a:cubicBezTo>
                  <a:pt x="1767202" y="6523202"/>
                  <a:pt x="1756725" y="6511772"/>
                  <a:pt x="1754820" y="6498437"/>
                </a:cubicBezTo>
                <a:lnTo>
                  <a:pt x="1845307" y="6498437"/>
                </a:lnTo>
                <a:lnTo>
                  <a:pt x="1845307" y="6497484"/>
                </a:lnTo>
                <a:cubicBezTo>
                  <a:pt x="1845307" y="6447001"/>
                  <a:pt x="1817685" y="6425093"/>
                  <a:pt x="1781490" y="6425093"/>
                </a:cubicBezTo>
                <a:close/>
                <a:moveTo>
                  <a:pt x="1282380" y="6425093"/>
                </a:moveTo>
                <a:cubicBezTo>
                  <a:pt x="1267140" y="6425093"/>
                  <a:pt x="1255710" y="6432713"/>
                  <a:pt x="1250947" y="6446048"/>
                </a:cubicBezTo>
                <a:lnTo>
                  <a:pt x="1250947" y="6426998"/>
                </a:lnTo>
                <a:lnTo>
                  <a:pt x="1217610" y="6426998"/>
                </a:lnTo>
                <a:lnTo>
                  <a:pt x="1217610" y="6548920"/>
                </a:lnTo>
                <a:lnTo>
                  <a:pt x="1251900" y="6548920"/>
                </a:lnTo>
                <a:lnTo>
                  <a:pt x="1251900" y="6490817"/>
                </a:lnTo>
                <a:cubicBezTo>
                  <a:pt x="1251900" y="6469861"/>
                  <a:pt x="1260472" y="6461289"/>
                  <a:pt x="1277617" y="6461289"/>
                </a:cubicBezTo>
                <a:lnTo>
                  <a:pt x="1291905" y="6461289"/>
                </a:lnTo>
                <a:cubicBezTo>
                  <a:pt x="1291905" y="6461289"/>
                  <a:pt x="1291905" y="6426046"/>
                  <a:pt x="1291905" y="6426046"/>
                </a:cubicBezTo>
                <a:cubicBezTo>
                  <a:pt x="1289047" y="6425093"/>
                  <a:pt x="1297620" y="6425093"/>
                  <a:pt x="1282380" y="6425093"/>
                </a:cubicBezTo>
                <a:close/>
                <a:moveTo>
                  <a:pt x="1562414" y="6424141"/>
                </a:moveTo>
                <a:cubicBezTo>
                  <a:pt x="1532887" y="6424141"/>
                  <a:pt x="1510027" y="6439381"/>
                  <a:pt x="1510027" y="6439381"/>
                </a:cubicBezTo>
                <a:lnTo>
                  <a:pt x="1523362" y="6465099"/>
                </a:lnTo>
                <a:cubicBezTo>
                  <a:pt x="1531934" y="6459384"/>
                  <a:pt x="1546222" y="6453669"/>
                  <a:pt x="1559557" y="6453669"/>
                </a:cubicBezTo>
                <a:cubicBezTo>
                  <a:pt x="1572892" y="6453669"/>
                  <a:pt x="1579559" y="6459384"/>
                  <a:pt x="1579559" y="6467957"/>
                </a:cubicBezTo>
                <a:lnTo>
                  <a:pt x="1580512" y="6468909"/>
                </a:lnTo>
                <a:cubicBezTo>
                  <a:pt x="1580512" y="6473672"/>
                  <a:pt x="1577654" y="6476529"/>
                  <a:pt x="1571939" y="6476529"/>
                </a:cubicBezTo>
                <a:lnTo>
                  <a:pt x="1548127" y="6476529"/>
                </a:lnTo>
                <a:cubicBezTo>
                  <a:pt x="1521457" y="6476529"/>
                  <a:pt x="1504312" y="6493675"/>
                  <a:pt x="1504312" y="6513677"/>
                </a:cubicBezTo>
                <a:cubicBezTo>
                  <a:pt x="1504312" y="6533680"/>
                  <a:pt x="1521457" y="6551778"/>
                  <a:pt x="1547174" y="6551778"/>
                </a:cubicBezTo>
                <a:cubicBezTo>
                  <a:pt x="1561462" y="6551778"/>
                  <a:pt x="1574797" y="6547015"/>
                  <a:pt x="1581464" y="6537490"/>
                </a:cubicBezTo>
                <a:lnTo>
                  <a:pt x="1581464" y="6548920"/>
                </a:lnTo>
                <a:lnTo>
                  <a:pt x="1615754" y="6548920"/>
                </a:lnTo>
                <a:lnTo>
                  <a:pt x="1615754" y="6468909"/>
                </a:lnTo>
                <a:cubicBezTo>
                  <a:pt x="1615754" y="6436524"/>
                  <a:pt x="1591942" y="6424141"/>
                  <a:pt x="1562414" y="6424141"/>
                </a:cubicBezTo>
                <a:close/>
                <a:moveTo>
                  <a:pt x="1145220" y="6424141"/>
                </a:moveTo>
                <a:cubicBezTo>
                  <a:pt x="1115693" y="6424141"/>
                  <a:pt x="1092833" y="6439381"/>
                  <a:pt x="1092833" y="6439381"/>
                </a:cubicBezTo>
                <a:lnTo>
                  <a:pt x="1106168" y="6465099"/>
                </a:lnTo>
                <a:cubicBezTo>
                  <a:pt x="1114740" y="6459384"/>
                  <a:pt x="1129028" y="6453669"/>
                  <a:pt x="1142363" y="6453669"/>
                </a:cubicBezTo>
                <a:cubicBezTo>
                  <a:pt x="1155698" y="6453669"/>
                  <a:pt x="1162365" y="6459384"/>
                  <a:pt x="1162365" y="6467957"/>
                </a:cubicBezTo>
                <a:lnTo>
                  <a:pt x="1163318" y="6468909"/>
                </a:lnTo>
                <a:cubicBezTo>
                  <a:pt x="1163318" y="6473672"/>
                  <a:pt x="1160460" y="6476529"/>
                  <a:pt x="1154745" y="6476529"/>
                </a:cubicBezTo>
                <a:lnTo>
                  <a:pt x="1130933" y="6476529"/>
                </a:lnTo>
                <a:cubicBezTo>
                  <a:pt x="1104263" y="6476529"/>
                  <a:pt x="1087118" y="6493675"/>
                  <a:pt x="1087118" y="6513677"/>
                </a:cubicBezTo>
                <a:cubicBezTo>
                  <a:pt x="1087118" y="6533680"/>
                  <a:pt x="1104263" y="6551778"/>
                  <a:pt x="1129980" y="6551778"/>
                </a:cubicBezTo>
                <a:cubicBezTo>
                  <a:pt x="1144268" y="6551778"/>
                  <a:pt x="1157603" y="6547015"/>
                  <a:pt x="1164270" y="6537490"/>
                </a:cubicBezTo>
                <a:lnTo>
                  <a:pt x="1164270" y="6548920"/>
                </a:lnTo>
                <a:lnTo>
                  <a:pt x="1198560" y="6548920"/>
                </a:lnTo>
                <a:lnTo>
                  <a:pt x="1198560" y="6468909"/>
                </a:lnTo>
                <a:cubicBezTo>
                  <a:pt x="1198560" y="6436524"/>
                  <a:pt x="1174748" y="6424141"/>
                  <a:pt x="1145220" y="6424141"/>
                </a:cubicBezTo>
                <a:close/>
                <a:moveTo>
                  <a:pt x="587056" y="6386040"/>
                </a:moveTo>
                <a:cubicBezTo>
                  <a:pt x="575626" y="6386040"/>
                  <a:pt x="571816" y="6386040"/>
                  <a:pt x="564196" y="6386993"/>
                </a:cubicBezTo>
                <a:cubicBezTo>
                  <a:pt x="551814" y="6430808"/>
                  <a:pt x="550861" y="6478434"/>
                  <a:pt x="564196" y="6524155"/>
                </a:cubicBezTo>
                <a:cubicBezTo>
                  <a:pt x="571816" y="6524155"/>
                  <a:pt x="579436" y="6526060"/>
                  <a:pt x="587056" y="6526060"/>
                </a:cubicBezTo>
                <a:cubicBezTo>
                  <a:pt x="598486" y="6526060"/>
                  <a:pt x="608964" y="6525107"/>
                  <a:pt x="619441" y="6523202"/>
                </a:cubicBezTo>
                <a:cubicBezTo>
                  <a:pt x="605154" y="6486054"/>
                  <a:pt x="603249" y="6445096"/>
                  <a:pt x="613726" y="6406043"/>
                </a:cubicBezTo>
                <a:cubicBezTo>
                  <a:pt x="615631" y="6400328"/>
                  <a:pt x="617536" y="6394613"/>
                  <a:pt x="619441" y="6388898"/>
                </a:cubicBezTo>
                <a:cubicBezTo>
                  <a:pt x="608964" y="6386993"/>
                  <a:pt x="598486" y="6386040"/>
                  <a:pt x="587056" y="6386040"/>
                </a:cubicBezTo>
                <a:close/>
                <a:moveTo>
                  <a:pt x="1647187" y="6381278"/>
                </a:moveTo>
                <a:lnTo>
                  <a:pt x="1647187" y="6427951"/>
                </a:lnTo>
                <a:lnTo>
                  <a:pt x="1628137" y="6427951"/>
                </a:lnTo>
                <a:lnTo>
                  <a:pt x="1628137" y="6457479"/>
                </a:lnTo>
                <a:lnTo>
                  <a:pt x="1647187" y="6457479"/>
                </a:lnTo>
                <a:lnTo>
                  <a:pt x="1647187" y="6524155"/>
                </a:lnTo>
                <a:cubicBezTo>
                  <a:pt x="1647187" y="6548920"/>
                  <a:pt x="1665284" y="6551778"/>
                  <a:pt x="1682429" y="6551778"/>
                </a:cubicBezTo>
                <a:cubicBezTo>
                  <a:pt x="1691954" y="6551778"/>
                  <a:pt x="1709099" y="6549873"/>
                  <a:pt x="1709099" y="6549873"/>
                </a:cubicBezTo>
                <a:lnTo>
                  <a:pt x="1709099" y="6520345"/>
                </a:lnTo>
                <a:cubicBezTo>
                  <a:pt x="1709099" y="6520345"/>
                  <a:pt x="1701479" y="6520345"/>
                  <a:pt x="1692907" y="6520345"/>
                </a:cubicBezTo>
                <a:cubicBezTo>
                  <a:pt x="1687192" y="6520345"/>
                  <a:pt x="1681477" y="6519392"/>
                  <a:pt x="1681477" y="6511772"/>
                </a:cubicBezTo>
                <a:lnTo>
                  <a:pt x="1681477" y="6456526"/>
                </a:lnTo>
                <a:lnTo>
                  <a:pt x="1708147" y="6456526"/>
                </a:lnTo>
                <a:lnTo>
                  <a:pt x="1708147" y="6426998"/>
                </a:lnTo>
                <a:lnTo>
                  <a:pt x="1681477" y="6426998"/>
                </a:lnTo>
                <a:lnTo>
                  <a:pt x="1681477" y="6381278"/>
                </a:lnTo>
                <a:close/>
                <a:moveTo>
                  <a:pt x="1341435" y="6363180"/>
                </a:moveTo>
                <a:cubicBezTo>
                  <a:pt x="1329052" y="6363180"/>
                  <a:pt x="1319527" y="6372705"/>
                  <a:pt x="1319527" y="6385088"/>
                </a:cubicBezTo>
                <a:cubicBezTo>
                  <a:pt x="1319527" y="6397471"/>
                  <a:pt x="1329052" y="6406996"/>
                  <a:pt x="1341435" y="6406996"/>
                </a:cubicBezTo>
                <a:cubicBezTo>
                  <a:pt x="1353817" y="6406996"/>
                  <a:pt x="1363342" y="6396518"/>
                  <a:pt x="1363342" y="6385088"/>
                </a:cubicBezTo>
                <a:cubicBezTo>
                  <a:pt x="1363342" y="6373658"/>
                  <a:pt x="1353817" y="6363180"/>
                  <a:pt x="1341435" y="6363180"/>
                </a:cubicBezTo>
                <a:close/>
                <a:moveTo>
                  <a:pt x="1032826" y="6363180"/>
                </a:moveTo>
                <a:lnTo>
                  <a:pt x="1032826" y="6548920"/>
                </a:lnTo>
                <a:lnTo>
                  <a:pt x="1067116" y="6548920"/>
                </a:lnTo>
                <a:lnTo>
                  <a:pt x="1067116" y="6363180"/>
                </a:lnTo>
                <a:close/>
                <a:moveTo>
                  <a:pt x="922336" y="6359370"/>
                </a:moveTo>
                <a:cubicBezTo>
                  <a:pt x="867091" y="6359370"/>
                  <a:pt x="825181" y="6399376"/>
                  <a:pt x="825181" y="6455574"/>
                </a:cubicBezTo>
                <a:cubicBezTo>
                  <a:pt x="825181" y="6511772"/>
                  <a:pt x="880426" y="6551778"/>
                  <a:pt x="922336" y="6551778"/>
                </a:cubicBezTo>
                <a:cubicBezTo>
                  <a:pt x="964246" y="6551778"/>
                  <a:pt x="1003298" y="6526060"/>
                  <a:pt x="1013776" y="6482244"/>
                </a:cubicBezTo>
                <a:lnTo>
                  <a:pt x="973771" y="6482244"/>
                </a:lnTo>
                <a:cubicBezTo>
                  <a:pt x="967103" y="6504152"/>
                  <a:pt x="948053" y="6517488"/>
                  <a:pt x="923288" y="6517488"/>
                </a:cubicBezTo>
                <a:cubicBezTo>
                  <a:pt x="888046" y="6517488"/>
                  <a:pt x="865186" y="6490817"/>
                  <a:pt x="865186" y="6455574"/>
                </a:cubicBezTo>
                <a:cubicBezTo>
                  <a:pt x="865186" y="6420331"/>
                  <a:pt x="888046" y="6393661"/>
                  <a:pt x="923288" y="6393661"/>
                </a:cubicBezTo>
                <a:cubicBezTo>
                  <a:pt x="947101" y="6393661"/>
                  <a:pt x="966151" y="6406996"/>
                  <a:pt x="972818" y="6428904"/>
                </a:cubicBezTo>
                <a:lnTo>
                  <a:pt x="1013776" y="6428904"/>
                </a:lnTo>
                <a:cubicBezTo>
                  <a:pt x="1002346" y="6385088"/>
                  <a:pt x="977581" y="6359370"/>
                  <a:pt x="922336" y="6359370"/>
                </a:cubicBezTo>
                <a:close/>
                <a:moveTo>
                  <a:pt x="646112" y="6339367"/>
                </a:moveTo>
                <a:cubicBezTo>
                  <a:pt x="634682" y="6354607"/>
                  <a:pt x="626109" y="6370800"/>
                  <a:pt x="619442" y="6387945"/>
                </a:cubicBezTo>
                <a:cubicBezTo>
                  <a:pt x="666114" y="6395565"/>
                  <a:pt x="707072" y="6420331"/>
                  <a:pt x="735647" y="6455574"/>
                </a:cubicBezTo>
                <a:cubicBezTo>
                  <a:pt x="747077" y="6441286"/>
                  <a:pt x="757554" y="6425093"/>
                  <a:pt x="764222" y="6407948"/>
                </a:cubicBezTo>
                <a:cubicBezTo>
                  <a:pt x="732789" y="6375563"/>
                  <a:pt x="691832" y="6350797"/>
                  <a:pt x="646112" y="6339367"/>
                </a:cubicBezTo>
                <a:close/>
                <a:moveTo>
                  <a:pt x="0" y="0"/>
                </a:moveTo>
                <a:lnTo>
                  <a:pt x="8040688" y="0"/>
                </a:lnTo>
                <a:lnTo>
                  <a:pt x="804068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80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</a:t>
            </a:r>
            <a:r>
              <a:rPr lang="en-GB" noProof="0" dirty="0"/>
              <a:t>center</a:t>
            </a:r>
            <a:r>
              <a:rPr lang="en-US" dirty="0"/>
              <a:t> icon to insert light image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2168525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3608388"/>
            <a:ext cx="3024000" cy="162083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68942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Split -  Black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C9FF07-9A11-1151-9130-E702BA4B2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2861"/>
            <a:ext cx="6096000" cy="6852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5075998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3852"/>
            <a:ext cx="5075998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2" y="1808163"/>
            <a:ext cx="5076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A5CF333-E5B7-1960-5F54-967F39A4A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02800" y="2766536"/>
            <a:ext cx="3601713" cy="73866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l">
              <a:buNone/>
              <a:tabLst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“Quote Copy Avenir Demi 24pt”.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F395936-4441-9E95-2851-1ED7A64D37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02800" y="3634999"/>
            <a:ext cx="2808287" cy="25200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51759836-E0B1-5577-37C5-D2B5A794D9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02800" y="3892179"/>
            <a:ext cx="2808287" cy="252000"/>
          </a:xfrm>
        </p:spPr>
        <p:txBody>
          <a:bodyPr/>
          <a:lstStyle>
            <a:lvl1pPr marL="0" indent="0" algn="l"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title, Company 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70700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Text /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2AC438-4963-3E86-AF1D-90780983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2861"/>
            <a:ext cx="6096000" cy="685227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DE71408-1F6A-1900-3166-8B0F27B91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5075998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40A9B4-F93C-AB35-66CE-1690CFBC25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3852"/>
            <a:ext cx="5075998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BC752C-CC9E-C49E-83BC-B6B704830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2" y="1808163"/>
            <a:ext cx="5076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9600" y="2168525"/>
            <a:ext cx="4679821" cy="1620837"/>
          </a:xfrm>
        </p:spPr>
        <p:txBody>
          <a:bodyPr anchor="b" anchorCtr="0"/>
          <a:lstStyle>
            <a:lvl1pPr marL="0" indent="0" algn="ctr">
              <a:buNone/>
              <a:defRPr lang="en-US" sz="12000" kern="1200" spc="-3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</a:pPr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9600" y="3608388"/>
            <a:ext cx="4679821" cy="162083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49211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AC6818-4D80-7C27-6F3D-8D1DFA9EF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0689" y="1"/>
            <a:ext cx="415131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4A0393-5E31-B1D7-44B4-0AE64D411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6966375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EF12EEA-B717-A2D4-DD8A-8AD5480E07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696637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2C9B01AB-F676-3FF4-AEAE-E940651574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1" y="1808163"/>
            <a:ext cx="6966375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2168525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accent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3608388"/>
            <a:ext cx="3024000" cy="162083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57607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lumns /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AC6818-4D80-7C27-6F3D-8D1DFA9EF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0689" y="1"/>
            <a:ext cx="415131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4A0393-5E31-B1D7-44B4-0AE64D411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6966375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EF12EEA-B717-A2D4-DD8A-8AD5480E07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696637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85E9EA0-2A22-199D-48CF-03EB94ECF4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3204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69DCDE0-20E2-91A9-6591-26711B40C6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5774" y="1808163"/>
            <a:ext cx="3204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2168525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accent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3608388"/>
            <a:ext cx="3024000" cy="162083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62928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Light Image /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A0871-DF4F-3D16-30B1-C25E0C64F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29338"/>
            <a:ext cx="227965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F8A3DA-30FE-5FF7-E81A-BE170C912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8040688" cy="6858000"/>
          </a:xfrm>
          <a:custGeom>
            <a:avLst/>
            <a:gdLst>
              <a:gd name="connsiteX0" fmla="*/ 1579559 w 8040688"/>
              <a:gd name="connsiteY0" fmla="*/ 6496532 h 6858000"/>
              <a:gd name="connsiteX1" fmla="*/ 1579559 w 8040688"/>
              <a:gd name="connsiteY1" fmla="*/ 6505105 h 6858000"/>
              <a:gd name="connsiteX2" fmla="*/ 1555747 w 8040688"/>
              <a:gd name="connsiteY2" fmla="*/ 6527013 h 6858000"/>
              <a:gd name="connsiteX3" fmla="*/ 1538602 w 8040688"/>
              <a:gd name="connsiteY3" fmla="*/ 6512725 h 6858000"/>
              <a:gd name="connsiteX4" fmla="*/ 1555747 w 8040688"/>
              <a:gd name="connsiteY4" fmla="*/ 6499390 h 6858000"/>
              <a:gd name="connsiteX5" fmla="*/ 1569082 w 8040688"/>
              <a:gd name="connsiteY5" fmla="*/ 6499390 h 6858000"/>
              <a:gd name="connsiteX6" fmla="*/ 1579559 w 8040688"/>
              <a:gd name="connsiteY6" fmla="*/ 6496532 h 6858000"/>
              <a:gd name="connsiteX7" fmla="*/ 1162365 w 8040688"/>
              <a:gd name="connsiteY7" fmla="*/ 6496532 h 6858000"/>
              <a:gd name="connsiteX8" fmla="*/ 1162365 w 8040688"/>
              <a:gd name="connsiteY8" fmla="*/ 6505105 h 6858000"/>
              <a:gd name="connsiteX9" fmla="*/ 1138553 w 8040688"/>
              <a:gd name="connsiteY9" fmla="*/ 6527013 h 6858000"/>
              <a:gd name="connsiteX10" fmla="*/ 1121408 w 8040688"/>
              <a:gd name="connsiteY10" fmla="*/ 6512725 h 6858000"/>
              <a:gd name="connsiteX11" fmla="*/ 1138553 w 8040688"/>
              <a:gd name="connsiteY11" fmla="*/ 6499390 h 6858000"/>
              <a:gd name="connsiteX12" fmla="*/ 1151888 w 8040688"/>
              <a:gd name="connsiteY12" fmla="*/ 6499390 h 6858000"/>
              <a:gd name="connsiteX13" fmla="*/ 1162365 w 8040688"/>
              <a:gd name="connsiteY13" fmla="*/ 6496532 h 6858000"/>
              <a:gd name="connsiteX14" fmla="*/ 736599 w 8040688"/>
              <a:gd name="connsiteY14" fmla="*/ 6455574 h 6858000"/>
              <a:gd name="connsiteX15" fmla="*/ 619442 w 8040688"/>
              <a:gd name="connsiteY15" fmla="*/ 6523203 h 6858000"/>
              <a:gd name="connsiteX16" fmla="*/ 632777 w 8040688"/>
              <a:gd name="connsiteY16" fmla="*/ 6552731 h 6858000"/>
              <a:gd name="connsiteX17" fmla="*/ 646112 w 8040688"/>
              <a:gd name="connsiteY17" fmla="*/ 6571781 h 6858000"/>
              <a:gd name="connsiteX18" fmla="*/ 765174 w 8040688"/>
              <a:gd name="connsiteY18" fmla="*/ 6503200 h 6858000"/>
              <a:gd name="connsiteX19" fmla="*/ 736599 w 8040688"/>
              <a:gd name="connsiteY19" fmla="*/ 6455574 h 6858000"/>
              <a:gd name="connsiteX20" fmla="*/ 1781490 w 8040688"/>
              <a:gd name="connsiteY20" fmla="*/ 6452716 h 6858000"/>
              <a:gd name="connsiteX21" fmla="*/ 1808160 w 8040688"/>
              <a:gd name="connsiteY21" fmla="*/ 6474624 h 6858000"/>
              <a:gd name="connsiteX22" fmla="*/ 1753867 w 8040688"/>
              <a:gd name="connsiteY22" fmla="*/ 6474624 h 6858000"/>
              <a:gd name="connsiteX23" fmla="*/ 1781490 w 8040688"/>
              <a:gd name="connsiteY23" fmla="*/ 6452716 h 6858000"/>
              <a:gd name="connsiteX24" fmla="*/ 1309050 w 8040688"/>
              <a:gd name="connsiteY24" fmla="*/ 6426999 h 6858000"/>
              <a:gd name="connsiteX25" fmla="*/ 1309050 w 8040688"/>
              <a:gd name="connsiteY25" fmla="*/ 6456526 h 6858000"/>
              <a:gd name="connsiteX26" fmla="*/ 1326195 w 8040688"/>
              <a:gd name="connsiteY26" fmla="*/ 6456526 h 6858000"/>
              <a:gd name="connsiteX27" fmla="*/ 1326195 w 8040688"/>
              <a:gd name="connsiteY27" fmla="*/ 6548920 h 6858000"/>
              <a:gd name="connsiteX28" fmla="*/ 1360485 w 8040688"/>
              <a:gd name="connsiteY28" fmla="*/ 6548920 h 6858000"/>
              <a:gd name="connsiteX29" fmla="*/ 1360485 w 8040688"/>
              <a:gd name="connsiteY29" fmla="*/ 6426999 h 6858000"/>
              <a:gd name="connsiteX30" fmla="*/ 1372868 w 8040688"/>
              <a:gd name="connsiteY30" fmla="*/ 6426998 h 6858000"/>
              <a:gd name="connsiteX31" fmla="*/ 1414778 w 8040688"/>
              <a:gd name="connsiteY31" fmla="*/ 6548920 h 6858000"/>
              <a:gd name="connsiteX32" fmla="*/ 1457640 w 8040688"/>
              <a:gd name="connsiteY32" fmla="*/ 6548920 h 6858000"/>
              <a:gd name="connsiteX33" fmla="*/ 1501455 w 8040688"/>
              <a:gd name="connsiteY33" fmla="*/ 6426998 h 6858000"/>
              <a:gd name="connsiteX34" fmla="*/ 1465260 w 8040688"/>
              <a:gd name="connsiteY34" fmla="*/ 6426998 h 6858000"/>
              <a:gd name="connsiteX35" fmla="*/ 1437638 w 8040688"/>
              <a:gd name="connsiteY35" fmla="*/ 6511772 h 6858000"/>
              <a:gd name="connsiteX36" fmla="*/ 1410015 w 8040688"/>
              <a:gd name="connsiteY36" fmla="*/ 6426998 h 6858000"/>
              <a:gd name="connsiteX37" fmla="*/ 1781490 w 8040688"/>
              <a:gd name="connsiteY37" fmla="*/ 6425093 h 6858000"/>
              <a:gd name="connsiteX38" fmla="*/ 1718625 w 8040688"/>
              <a:gd name="connsiteY38" fmla="*/ 6488912 h 6858000"/>
              <a:gd name="connsiteX39" fmla="*/ 1782442 w 8040688"/>
              <a:gd name="connsiteY39" fmla="*/ 6552730 h 6858000"/>
              <a:gd name="connsiteX40" fmla="*/ 1843402 w 8040688"/>
              <a:gd name="connsiteY40" fmla="*/ 6514629 h 6858000"/>
              <a:gd name="connsiteX41" fmla="*/ 1807207 w 8040688"/>
              <a:gd name="connsiteY41" fmla="*/ 6510819 h 6858000"/>
              <a:gd name="connsiteX42" fmla="*/ 1782442 w 8040688"/>
              <a:gd name="connsiteY42" fmla="*/ 6523202 h 6858000"/>
              <a:gd name="connsiteX43" fmla="*/ 1754820 w 8040688"/>
              <a:gd name="connsiteY43" fmla="*/ 6498437 h 6858000"/>
              <a:gd name="connsiteX44" fmla="*/ 1845307 w 8040688"/>
              <a:gd name="connsiteY44" fmla="*/ 6498437 h 6858000"/>
              <a:gd name="connsiteX45" fmla="*/ 1845307 w 8040688"/>
              <a:gd name="connsiteY45" fmla="*/ 6497484 h 6858000"/>
              <a:gd name="connsiteX46" fmla="*/ 1781490 w 8040688"/>
              <a:gd name="connsiteY46" fmla="*/ 6425093 h 6858000"/>
              <a:gd name="connsiteX47" fmla="*/ 1282380 w 8040688"/>
              <a:gd name="connsiteY47" fmla="*/ 6425093 h 6858000"/>
              <a:gd name="connsiteX48" fmla="*/ 1250947 w 8040688"/>
              <a:gd name="connsiteY48" fmla="*/ 6446048 h 6858000"/>
              <a:gd name="connsiteX49" fmla="*/ 1250947 w 8040688"/>
              <a:gd name="connsiteY49" fmla="*/ 6426998 h 6858000"/>
              <a:gd name="connsiteX50" fmla="*/ 1217610 w 8040688"/>
              <a:gd name="connsiteY50" fmla="*/ 6426998 h 6858000"/>
              <a:gd name="connsiteX51" fmla="*/ 1217610 w 8040688"/>
              <a:gd name="connsiteY51" fmla="*/ 6548920 h 6858000"/>
              <a:gd name="connsiteX52" fmla="*/ 1251900 w 8040688"/>
              <a:gd name="connsiteY52" fmla="*/ 6548920 h 6858000"/>
              <a:gd name="connsiteX53" fmla="*/ 1251900 w 8040688"/>
              <a:gd name="connsiteY53" fmla="*/ 6490817 h 6858000"/>
              <a:gd name="connsiteX54" fmla="*/ 1277617 w 8040688"/>
              <a:gd name="connsiteY54" fmla="*/ 6461289 h 6858000"/>
              <a:gd name="connsiteX55" fmla="*/ 1291905 w 8040688"/>
              <a:gd name="connsiteY55" fmla="*/ 6461289 h 6858000"/>
              <a:gd name="connsiteX56" fmla="*/ 1291905 w 8040688"/>
              <a:gd name="connsiteY56" fmla="*/ 6426046 h 6858000"/>
              <a:gd name="connsiteX57" fmla="*/ 1282380 w 8040688"/>
              <a:gd name="connsiteY57" fmla="*/ 6425093 h 6858000"/>
              <a:gd name="connsiteX58" fmla="*/ 1562414 w 8040688"/>
              <a:gd name="connsiteY58" fmla="*/ 6424141 h 6858000"/>
              <a:gd name="connsiteX59" fmla="*/ 1510027 w 8040688"/>
              <a:gd name="connsiteY59" fmla="*/ 6439381 h 6858000"/>
              <a:gd name="connsiteX60" fmla="*/ 1523362 w 8040688"/>
              <a:gd name="connsiteY60" fmla="*/ 6465099 h 6858000"/>
              <a:gd name="connsiteX61" fmla="*/ 1559557 w 8040688"/>
              <a:gd name="connsiteY61" fmla="*/ 6453669 h 6858000"/>
              <a:gd name="connsiteX62" fmla="*/ 1579559 w 8040688"/>
              <a:gd name="connsiteY62" fmla="*/ 6467957 h 6858000"/>
              <a:gd name="connsiteX63" fmla="*/ 1580512 w 8040688"/>
              <a:gd name="connsiteY63" fmla="*/ 6468909 h 6858000"/>
              <a:gd name="connsiteX64" fmla="*/ 1571939 w 8040688"/>
              <a:gd name="connsiteY64" fmla="*/ 6476529 h 6858000"/>
              <a:gd name="connsiteX65" fmla="*/ 1548127 w 8040688"/>
              <a:gd name="connsiteY65" fmla="*/ 6476529 h 6858000"/>
              <a:gd name="connsiteX66" fmla="*/ 1504312 w 8040688"/>
              <a:gd name="connsiteY66" fmla="*/ 6513677 h 6858000"/>
              <a:gd name="connsiteX67" fmla="*/ 1547174 w 8040688"/>
              <a:gd name="connsiteY67" fmla="*/ 6551778 h 6858000"/>
              <a:gd name="connsiteX68" fmla="*/ 1581464 w 8040688"/>
              <a:gd name="connsiteY68" fmla="*/ 6537490 h 6858000"/>
              <a:gd name="connsiteX69" fmla="*/ 1581464 w 8040688"/>
              <a:gd name="connsiteY69" fmla="*/ 6548920 h 6858000"/>
              <a:gd name="connsiteX70" fmla="*/ 1615754 w 8040688"/>
              <a:gd name="connsiteY70" fmla="*/ 6548920 h 6858000"/>
              <a:gd name="connsiteX71" fmla="*/ 1615754 w 8040688"/>
              <a:gd name="connsiteY71" fmla="*/ 6468909 h 6858000"/>
              <a:gd name="connsiteX72" fmla="*/ 1562414 w 8040688"/>
              <a:gd name="connsiteY72" fmla="*/ 6424141 h 6858000"/>
              <a:gd name="connsiteX73" fmla="*/ 1145220 w 8040688"/>
              <a:gd name="connsiteY73" fmla="*/ 6424141 h 6858000"/>
              <a:gd name="connsiteX74" fmla="*/ 1092833 w 8040688"/>
              <a:gd name="connsiteY74" fmla="*/ 6439381 h 6858000"/>
              <a:gd name="connsiteX75" fmla="*/ 1106168 w 8040688"/>
              <a:gd name="connsiteY75" fmla="*/ 6465099 h 6858000"/>
              <a:gd name="connsiteX76" fmla="*/ 1142363 w 8040688"/>
              <a:gd name="connsiteY76" fmla="*/ 6453669 h 6858000"/>
              <a:gd name="connsiteX77" fmla="*/ 1162365 w 8040688"/>
              <a:gd name="connsiteY77" fmla="*/ 6467957 h 6858000"/>
              <a:gd name="connsiteX78" fmla="*/ 1163318 w 8040688"/>
              <a:gd name="connsiteY78" fmla="*/ 6468909 h 6858000"/>
              <a:gd name="connsiteX79" fmla="*/ 1154745 w 8040688"/>
              <a:gd name="connsiteY79" fmla="*/ 6476529 h 6858000"/>
              <a:gd name="connsiteX80" fmla="*/ 1130933 w 8040688"/>
              <a:gd name="connsiteY80" fmla="*/ 6476529 h 6858000"/>
              <a:gd name="connsiteX81" fmla="*/ 1087118 w 8040688"/>
              <a:gd name="connsiteY81" fmla="*/ 6513677 h 6858000"/>
              <a:gd name="connsiteX82" fmla="*/ 1129980 w 8040688"/>
              <a:gd name="connsiteY82" fmla="*/ 6551778 h 6858000"/>
              <a:gd name="connsiteX83" fmla="*/ 1164270 w 8040688"/>
              <a:gd name="connsiteY83" fmla="*/ 6537490 h 6858000"/>
              <a:gd name="connsiteX84" fmla="*/ 1164270 w 8040688"/>
              <a:gd name="connsiteY84" fmla="*/ 6548920 h 6858000"/>
              <a:gd name="connsiteX85" fmla="*/ 1198560 w 8040688"/>
              <a:gd name="connsiteY85" fmla="*/ 6548920 h 6858000"/>
              <a:gd name="connsiteX86" fmla="*/ 1198560 w 8040688"/>
              <a:gd name="connsiteY86" fmla="*/ 6468909 h 6858000"/>
              <a:gd name="connsiteX87" fmla="*/ 1145220 w 8040688"/>
              <a:gd name="connsiteY87" fmla="*/ 6424141 h 6858000"/>
              <a:gd name="connsiteX88" fmla="*/ 587056 w 8040688"/>
              <a:gd name="connsiteY88" fmla="*/ 6386040 h 6858000"/>
              <a:gd name="connsiteX89" fmla="*/ 564196 w 8040688"/>
              <a:gd name="connsiteY89" fmla="*/ 6386993 h 6858000"/>
              <a:gd name="connsiteX90" fmla="*/ 564196 w 8040688"/>
              <a:gd name="connsiteY90" fmla="*/ 6524155 h 6858000"/>
              <a:gd name="connsiteX91" fmla="*/ 587056 w 8040688"/>
              <a:gd name="connsiteY91" fmla="*/ 6526060 h 6858000"/>
              <a:gd name="connsiteX92" fmla="*/ 619441 w 8040688"/>
              <a:gd name="connsiteY92" fmla="*/ 6523202 h 6858000"/>
              <a:gd name="connsiteX93" fmla="*/ 613726 w 8040688"/>
              <a:gd name="connsiteY93" fmla="*/ 6406043 h 6858000"/>
              <a:gd name="connsiteX94" fmla="*/ 619441 w 8040688"/>
              <a:gd name="connsiteY94" fmla="*/ 6388898 h 6858000"/>
              <a:gd name="connsiteX95" fmla="*/ 587056 w 8040688"/>
              <a:gd name="connsiteY95" fmla="*/ 6386040 h 6858000"/>
              <a:gd name="connsiteX96" fmla="*/ 1647187 w 8040688"/>
              <a:gd name="connsiteY96" fmla="*/ 6381278 h 6858000"/>
              <a:gd name="connsiteX97" fmla="*/ 1647187 w 8040688"/>
              <a:gd name="connsiteY97" fmla="*/ 6427951 h 6858000"/>
              <a:gd name="connsiteX98" fmla="*/ 1628137 w 8040688"/>
              <a:gd name="connsiteY98" fmla="*/ 6427951 h 6858000"/>
              <a:gd name="connsiteX99" fmla="*/ 1628137 w 8040688"/>
              <a:gd name="connsiteY99" fmla="*/ 6457479 h 6858000"/>
              <a:gd name="connsiteX100" fmla="*/ 1647187 w 8040688"/>
              <a:gd name="connsiteY100" fmla="*/ 6457479 h 6858000"/>
              <a:gd name="connsiteX101" fmla="*/ 1647187 w 8040688"/>
              <a:gd name="connsiteY101" fmla="*/ 6524155 h 6858000"/>
              <a:gd name="connsiteX102" fmla="*/ 1682429 w 8040688"/>
              <a:gd name="connsiteY102" fmla="*/ 6551778 h 6858000"/>
              <a:gd name="connsiteX103" fmla="*/ 1709099 w 8040688"/>
              <a:gd name="connsiteY103" fmla="*/ 6549873 h 6858000"/>
              <a:gd name="connsiteX104" fmla="*/ 1709099 w 8040688"/>
              <a:gd name="connsiteY104" fmla="*/ 6520345 h 6858000"/>
              <a:gd name="connsiteX105" fmla="*/ 1692907 w 8040688"/>
              <a:gd name="connsiteY105" fmla="*/ 6520345 h 6858000"/>
              <a:gd name="connsiteX106" fmla="*/ 1681477 w 8040688"/>
              <a:gd name="connsiteY106" fmla="*/ 6511772 h 6858000"/>
              <a:gd name="connsiteX107" fmla="*/ 1681477 w 8040688"/>
              <a:gd name="connsiteY107" fmla="*/ 6456526 h 6858000"/>
              <a:gd name="connsiteX108" fmla="*/ 1708147 w 8040688"/>
              <a:gd name="connsiteY108" fmla="*/ 6456526 h 6858000"/>
              <a:gd name="connsiteX109" fmla="*/ 1708147 w 8040688"/>
              <a:gd name="connsiteY109" fmla="*/ 6426998 h 6858000"/>
              <a:gd name="connsiteX110" fmla="*/ 1681477 w 8040688"/>
              <a:gd name="connsiteY110" fmla="*/ 6426998 h 6858000"/>
              <a:gd name="connsiteX111" fmla="*/ 1681477 w 8040688"/>
              <a:gd name="connsiteY111" fmla="*/ 6381278 h 6858000"/>
              <a:gd name="connsiteX112" fmla="*/ 1341435 w 8040688"/>
              <a:gd name="connsiteY112" fmla="*/ 6363180 h 6858000"/>
              <a:gd name="connsiteX113" fmla="*/ 1319527 w 8040688"/>
              <a:gd name="connsiteY113" fmla="*/ 6385088 h 6858000"/>
              <a:gd name="connsiteX114" fmla="*/ 1341435 w 8040688"/>
              <a:gd name="connsiteY114" fmla="*/ 6406996 h 6858000"/>
              <a:gd name="connsiteX115" fmla="*/ 1363342 w 8040688"/>
              <a:gd name="connsiteY115" fmla="*/ 6385088 h 6858000"/>
              <a:gd name="connsiteX116" fmla="*/ 1341435 w 8040688"/>
              <a:gd name="connsiteY116" fmla="*/ 6363180 h 6858000"/>
              <a:gd name="connsiteX117" fmla="*/ 1032826 w 8040688"/>
              <a:gd name="connsiteY117" fmla="*/ 6363180 h 6858000"/>
              <a:gd name="connsiteX118" fmla="*/ 1032826 w 8040688"/>
              <a:gd name="connsiteY118" fmla="*/ 6548920 h 6858000"/>
              <a:gd name="connsiteX119" fmla="*/ 1067116 w 8040688"/>
              <a:gd name="connsiteY119" fmla="*/ 6548920 h 6858000"/>
              <a:gd name="connsiteX120" fmla="*/ 1067116 w 8040688"/>
              <a:gd name="connsiteY120" fmla="*/ 6363180 h 6858000"/>
              <a:gd name="connsiteX121" fmla="*/ 922336 w 8040688"/>
              <a:gd name="connsiteY121" fmla="*/ 6359370 h 6858000"/>
              <a:gd name="connsiteX122" fmla="*/ 825181 w 8040688"/>
              <a:gd name="connsiteY122" fmla="*/ 6455574 h 6858000"/>
              <a:gd name="connsiteX123" fmla="*/ 922336 w 8040688"/>
              <a:gd name="connsiteY123" fmla="*/ 6551778 h 6858000"/>
              <a:gd name="connsiteX124" fmla="*/ 1013776 w 8040688"/>
              <a:gd name="connsiteY124" fmla="*/ 6482244 h 6858000"/>
              <a:gd name="connsiteX125" fmla="*/ 973771 w 8040688"/>
              <a:gd name="connsiteY125" fmla="*/ 6482244 h 6858000"/>
              <a:gd name="connsiteX126" fmla="*/ 923288 w 8040688"/>
              <a:gd name="connsiteY126" fmla="*/ 6517488 h 6858000"/>
              <a:gd name="connsiteX127" fmla="*/ 865186 w 8040688"/>
              <a:gd name="connsiteY127" fmla="*/ 6455574 h 6858000"/>
              <a:gd name="connsiteX128" fmla="*/ 923288 w 8040688"/>
              <a:gd name="connsiteY128" fmla="*/ 6393661 h 6858000"/>
              <a:gd name="connsiteX129" fmla="*/ 972818 w 8040688"/>
              <a:gd name="connsiteY129" fmla="*/ 6428904 h 6858000"/>
              <a:gd name="connsiteX130" fmla="*/ 1013776 w 8040688"/>
              <a:gd name="connsiteY130" fmla="*/ 6428904 h 6858000"/>
              <a:gd name="connsiteX131" fmla="*/ 922336 w 8040688"/>
              <a:gd name="connsiteY131" fmla="*/ 6359370 h 6858000"/>
              <a:gd name="connsiteX132" fmla="*/ 646112 w 8040688"/>
              <a:gd name="connsiteY132" fmla="*/ 6339367 h 6858000"/>
              <a:gd name="connsiteX133" fmla="*/ 619442 w 8040688"/>
              <a:gd name="connsiteY133" fmla="*/ 6387945 h 6858000"/>
              <a:gd name="connsiteX134" fmla="*/ 735647 w 8040688"/>
              <a:gd name="connsiteY134" fmla="*/ 6455574 h 6858000"/>
              <a:gd name="connsiteX135" fmla="*/ 764222 w 8040688"/>
              <a:gd name="connsiteY135" fmla="*/ 6407948 h 6858000"/>
              <a:gd name="connsiteX136" fmla="*/ 646112 w 8040688"/>
              <a:gd name="connsiteY136" fmla="*/ 6339367 h 6858000"/>
              <a:gd name="connsiteX137" fmla="*/ 0 w 8040688"/>
              <a:gd name="connsiteY137" fmla="*/ 0 h 6858000"/>
              <a:gd name="connsiteX138" fmla="*/ 8040688 w 8040688"/>
              <a:gd name="connsiteY138" fmla="*/ 0 h 6858000"/>
              <a:gd name="connsiteX139" fmla="*/ 8040688 w 8040688"/>
              <a:gd name="connsiteY139" fmla="*/ 6858000 h 6858000"/>
              <a:gd name="connsiteX140" fmla="*/ 0 w 8040688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8040688" h="6858000">
                <a:moveTo>
                  <a:pt x="1579559" y="6496532"/>
                </a:moveTo>
                <a:lnTo>
                  <a:pt x="1579559" y="6505105"/>
                </a:lnTo>
                <a:cubicBezTo>
                  <a:pt x="1579559" y="6520345"/>
                  <a:pt x="1566224" y="6527013"/>
                  <a:pt x="1555747" y="6527013"/>
                </a:cubicBezTo>
                <a:cubicBezTo>
                  <a:pt x="1545269" y="6527013"/>
                  <a:pt x="1538602" y="6521298"/>
                  <a:pt x="1538602" y="6512725"/>
                </a:cubicBezTo>
                <a:cubicBezTo>
                  <a:pt x="1538602" y="6504152"/>
                  <a:pt x="1545269" y="6499390"/>
                  <a:pt x="1555747" y="6499390"/>
                </a:cubicBezTo>
                <a:lnTo>
                  <a:pt x="1569082" y="6499390"/>
                </a:lnTo>
                <a:cubicBezTo>
                  <a:pt x="1573844" y="6499390"/>
                  <a:pt x="1577654" y="6498437"/>
                  <a:pt x="1579559" y="6496532"/>
                </a:cubicBezTo>
                <a:close/>
                <a:moveTo>
                  <a:pt x="1162365" y="6496532"/>
                </a:moveTo>
                <a:lnTo>
                  <a:pt x="1162365" y="6505105"/>
                </a:lnTo>
                <a:cubicBezTo>
                  <a:pt x="1162365" y="6520345"/>
                  <a:pt x="1149030" y="6527013"/>
                  <a:pt x="1138553" y="6527013"/>
                </a:cubicBezTo>
                <a:cubicBezTo>
                  <a:pt x="1128075" y="6527013"/>
                  <a:pt x="1121408" y="6521298"/>
                  <a:pt x="1121408" y="6512725"/>
                </a:cubicBezTo>
                <a:cubicBezTo>
                  <a:pt x="1121408" y="6504152"/>
                  <a:pt x="1128075" y="6499390"/>
                  <a:pt x="1138553" y="6499390"/>
                </a:cubicBezTo>
                <a:lnTo>
                  <a:pt x="1151888" y="6499390"/>
                </a:lnTo>
                <a:cubicBezTo>
                  <a:pt x="1156650" y="6499390"/>
                  <a:pt x="1160460" y="6498437"/>
                  <a:pt x="1162365" y="6496532"/>
                </a:cubicBezTo>
                <a:close/>
                <a:moveTo>
                  <a:pt x="736599" y="6455574"/>
                </a:moveTo>
                <a:cubicBezTo>
                  <a:pt x="707072" y="6490817"/>
                  <a:pt x="666114" y="6515582"/>
                  <a:pt x="619442" y="6523203"/>
                </a:cubicBezTo>
                <a:cubicBezTo>
                  <a:pt x="623252" y="6532728"/>
                  <a:pt x="628014" y="6543205"/>
                  <a:pt x="632777" y="6552731"/>
                </a:cubicBezTo>
                <a:cubicBezTo>
                  <a:pt x="636587" y="6559398"/>
                  <a:pt x="641349" y="6566066"/>
                  <a:pt x="646112" y="6571781"/>
                </a:cubicBezTo>
                <a:cubicBezTo>
                  <a:pt x="691832" y="6560351"/>
                  <a:pt x="732789" y="6536538"/>
                  <a:pt x="765174" y="6503200"/>
                </a:cubicBezTo>
                <a:cubicBezTo>
                  <a:pt x="757554" y="6486054"/>
                  <a:pt x="748029" y="6469862"/>
                  <a:pt x="736599" y="6455574"/>
                </a:cubicBezTo>
                <a:close/>
                <a:moveTo>
                  <a:pt x="1781490" y="6452716"/>
                </a:moveTo>
                <a:cubicBezTo>
                  <a:pt x="1795777" y="6452716"/>
                  <a:pt x="1806255" y="6462241"/>
                  <a:pt x="1808160" y="6474624"/>
                </a:cubicBezTo>
                <a:lnTo>
                  <a:pt x="1753867" y="6474624"/>
                </a:lnTo>
                <a:cubicBezTo>
                  <a:pt x="1756725" y="6461289"/>
                  <a:pt x="1767202" y="6452716"/>
                  <a:pt x="1781490" y="6452716"/>
                </a:cubicBezTo>
                <a:close/>
                <a:moveTo>
                  <a:pt x="1309050" y="6426999"/>
                </a:moveTo>
                <a:lnTo>
                  <a:pt x="1309050" y="6456526"/>
                </a:lnTo>
                <a:lnTo>
                  <a:pt x="1326195" y="6456526"/>
                </a:lnTo>
                <a:lnTo>
                  <a:pt x="1326195" y="6548920"/>
                </a:lnTo>
                <a:lnTo>
                  <a:pt x="1360485" y="6548920"/>
                </a:lnTo>
                <a:lnTo>
                  <a:pt x="1360485" y="6426999"/>
                </a:lnTo>
                <a:close/>
                <a:moveTo>
                  <a:pt x="1372868" y="6426998"/>
                </a:moveTo>
                <a:lnTo>
                  <a:pt x="1414778" y="6548920"/>
                </a:lnTo>
                <a:lnTo>
                  <a:pt x="1457640" y="6548920"/>
                </a:lnTo>
                <a:lnTo>
                  <a:pt x="1501455" y="6426998"/>
                </a:lnTo>
                <a:lnTo>
                  <a:pt x="1465260" y="6426998"/>
                </a:lnTo>
                <a:lnTo>
                  <a:pt x="1437638" y="6511772"/>
                </a:lnTo>
                <a:lnTo>
                  <a:pt x="1410015" y="6426998"/>
                </a:lnTo>
                <a:close/>
                <a:moveTo>
                  <a:pt x="1781490" y="6425093"/>
                </a:moveTo>
                <a:cubicBezTo>
                  <a:pt x="1745295" y="6425093"/>
                  <a:pt x="1718625" y="6451763"/>
                  <a:pt x="1718625" y="6488912"/>
                </a:cubicBezTo>
                <a:cubicBezTo>
                  <a:pt x="1718625" y="6526060"/>
                  <a:pt x="1754820" y="6552730"/>
                  <a:pt x="1782442" y="6552730"/>
                </a:cubicBezTo>
                <a:cubicBezTo>
                  <a:pt x="1810065" y="6552730"/>
                  <a:pt x="1832925" y="6540347"/>
                  <a:pt x="1843402" y="6514629"/>
                </a:cubicBezTo>
                <a:lnTo>
                  <a:pt x="1807207" y="6510819"/>
                </a:lnTo>
                <a:cubicBezTo>
                  <a:pt x="1802445" y="6518439"/>
                  <a:pt x="1797682" y="6523202"/>
                  <a:pt x="1782442" y="6523202"/>
                </a:cubicBezTo>
                <a:cubicBezTo>
                  <a:pt x="1767202" y="6523202"/>
                  <a:pt x="1756725" y="6511772"/>
                  <a:pt x="1754820" y="6498437"/>
                </a:cubicBezTo>
                <a:lnTo>
                  <a:pt x="1845307" y="6498437"/>
                </a:lnTo>
                <a:lnTo>
                  <a:pt x="1845307" y="6497484"/>
                </a:lnTo>
                <a:cubicBezTo>
                  <a:pt x="1845307" y="6447001"/>
                  <a:pt x="1817685" y="6425093"/>
                  <a:pt x="1781490" y="6425093"/>
                </a:cubicBezTo>
                <a:close/>
                <a:moveTo>
                  <a:pt x="1282380" y="6425093"/>
                </a:moveTo>
                <a:cubicBezTo>
                  <a:pt x="1267140" y="6425093"/>
                  <a:pt x="1255710" y="6432713"/>
                  <a:pt x="1250947" y="6446048"/>
                </a:cubicBezTo>
                <a:lnTo>
                  <a:pt x="1250947" y="6426998"/>
                </a:lnTo>
                <a:lnTo>
                  <a:pt x="1217610" y="6426998"/>
                </a:lnTo>
                <a:lnTo>
                  <a:pt x="1217610" y="6548920"/>
                </a:lnTo>
                <a:lnTo>
                  <a:pt x="1251900" y="6548920"/>
                </a:lnTo>
                <a:lnTo>
                  <a:pt x="1251900" y="6490817"/>
                </a:lnTo>
                <a:cubicBezTo>
                  <a:pt x="1251900" y="6469861"/>
                  <a:pt x="1260472" y="6461289"/>
                  <a:pt x="1277617" y="6461289"/>
                </a:cubicBezTo>
                <a:lnTo>
                  <a:pt x="1291905" y="6461289"/>
                </a:lnTo>
                <a:cubicBezTo>
                  <a:pt x="1291905" y="6461289"/>
                  <a:pt x="1291905" y="6426046"/>
                  <a:pt x="1291905" y="6426046"/>
                </a:cubicBezTo>
                <a:cubicBezTo>
                  <a:pt x="1289047" y="6425093"/>
                  <a:pt x="1297620" y="6425093"/>
                  <a:pt x="1282380" y="6425093"/>
                </a:cubicBezTo>
                <a:close/>
                <a:moveTo>
                  <a:pt x="1562414" y="6424141"/>
                </a:moveTo>
                <a:cubicBezTo>
                  <a:pt x="1532887" y="6424141"/>
                  <a:pt x="1510027" y="6439381"/>
                  <a:pt x="1510027" y="6439381"/>
                </a:cubicBezTo>
                <a:lnTo>
                  <a:pt x="1523362" y="6465099"/>
                </a:lnTo>
                <a:cubicBezTo>
                  <a:pt x="1531934" y="6459384"/>
                  <a:pt x="1546222" y="6453669"/>
                  <a:pt x="1559557" y="6453669"/>
                </a:cubicBezTo>
                <a:cubicBezTo>
                  <a:pt x="1572892" y="6453669"/>
                  <a:pt x="1579559" y="6459384"/>
                  <a:pt x="1579559" y="6467957"/>
                </a:cubicBezTo>
                <a:lnTo>
                  <a:pt x="1580512" y="6468909"/>
                </a:lnTo>
                <a:cubicBezTo>
                  <a:pt x="1580512" y="6473672"/>
                  <a:pt x="1577654" y="6476529"/>
                  <a:pt x="1571939" y="6476529"/>
                </a:cubicBezTo>
                <a:lnTo>
                  <a:pt x="1548127" y="6476529"/>
                </a:lnTo>
                <a:cubicBezTo>
                  <a:pt x="1521457" y="6476529"/>
                  <a:pt x="1504312" y="6493675"/>
                  <a:pt x="1504312" y="6513677"/>
                </a:cubicBezTo>
                <a:cubicBezTo>
                  <a:pt x="1504312" y="6533680"/>
                  <a:pt x="1521457" y="6551778"/>
                  <a:pt x="1547174" y="6551778"/>
                </a:cubicBezTo>
                <a:cubicBezTo>
                  <a:pt x="1561462" y="6551778"/>
                  <a:pt x="1574797" y="6547015"/>
                  <a:pt x="1581464" y="6537490"/>
                </a:cubicBezTo>
                <a:lnTo>
                  <a:pt x="1581464" y="6548920"/>
                </a:lnTo>
                <a:lnTo>
                  <a:pt x="1615754" y="6548920"/>
                </a:lnTo>
                <a:lnTo>
                  <a:pt x="1615754" y="6468909"/>
                </a:lnTo>
                <a:cubicBezTo>
                  <a:pt x="1615754" y="6436524"/>
                  <a:pt x="1591942" y="6424141"/>
                  <a:pt x="1562414" y="6424141"/>
                </a:cubicBezTo>
                <a:close/>
                <a:moveTo>
                  <a:pt x="1145220" y="6424141"/>
                </a:moveTo>
                <a:cubicBezTo>
                  <a:pt x="1115693" y="6424141"/>
                  <a:pt x="1092833" y="6439381"/>
                  <a:pt x="1092833" y="6439381"/>
                </a:cubicBezTo>
                <a:lnTo>
                  <a:pt x="1106168" y="6465099"/>
                </a:lnTo>
                <a:cubicBezTo>
                  <a:pt x="1114740" y="6459384"/>
                  <a:pt x="1129028" y="6453669"/>
                  <a:pt x="1142363" y="6453669"/>
                </a:cubicBezTo>
                <a:cubicBezTo>
                  <a:pt x="1155698" y="6453669"/>
                  <a:pt x="1162365" y="6459384"/>
                  <a:pt x="1162365" y="6467957"/>
                </a:cubicBezTo>
                <a:lnTo>
                  <a:pt x="1163318" y="6468909"/>
                </a:lnTo>
                <a:cubicBezTo>
                  <a:pt x="1163318" y="6473672"/>
                  <a:pt x="1160460" y="6476529"/>
                  <a:pt x="1154745" y="6476529"/>
                </a:cubicBezTo>
                <a:lnTo>
                  <a:pt x="1130933" y="6476529"/>
                </a:lnTo>
                <a:cubicBezTo>
                  <a:pt x="1104263" y="6476529"/>
                  <a:pt x="1087118" y="6493675"/>
                  <a:pt x="1087118" y="6513677"/>
                </a:cubicBezTo>
                <a:cubicBezTo>
                  <a:pt x="1087118" y="6533680"/>
                  <a:pt x="1104263" y="6551778"/>
                  <a:pt x="1129980" y="6551778"/>
                </a:cubicBezTo>
                <a:cubicBezTo>
                  <a:pt x="1144268" y="6551778"/>
                  <a:pt x="1157603" y="6547015"/>
                  <a:pt x="1164270" y="6537490"/>
                </a:cubicBezTo>
                <a:lnTo>
                  <a:pt x="1164270" y="6548920"/>
                </a:lnTo>
                <a:lnTo>
                  <a:pt x="1198560" y="6548920"/>
                </a:lnTo>
                <a:lnTo>
                  <a:pt x="1198560" y="6468909"/>
                </a:lnTo>
                <a:cubicBezTo>
                  <a:pt x="1198560" y="6436524"/>
                  <a:pt x="1174748" y="6424141"/>
                  <a:pt x="1145220" y="6424141"/>
                </a:cubicBezTo>
                <a:close/>
                <a:moveTo>
                  <a:pt x="587056" y="6386040"/>
                </a:moveTo>
                <a:cubicBezTo>
                  <a:pt x="575626" y="6386040"/>
                  <a:pt x="571816" y="6386040"/>
                  <a:pt x="564196" y="6386993"/>
                </a:cubicBezTo>
                <a:cubicBezTo>
                  <a:pt x="551814" y="6430808"/>
                  <a:pt x="550861" y="6478434"/>
                  <a:pt x="564196" y="6524155"/>
                </a:cubicBezTo>
                <a:cubicBezTo>
                  <a:pt x="571816" y="6524155"/>
                  <a:pt x="579436" y="6526060"/>
                  <a:pt x="587056" y="6526060"/>
                </a:cubicBezTo>
                <a:cubicBezTo>
                  <a:pt x="598486" y="6526060"/>
                  <a:pt x="608964" y="6525107"/>
                  <a:pt x="619441" y="6523202"/>
                </a:cubicBezTo>
                <a:cubicBezTo>
                  <a:pt x="605154" y="6486054"/>
                  <a:pt x="603249" y="6445096"/>
                  <a:pt x="613726" y="6406043"/>
                </a:cubicBezTo>
                <a:cubicBezTo>
                  <a:pt x="615631" y="6400328"/>
                  <a:pt x="617536" y="6394613"/>
                  <a:pt x="619441" y="6388898"/>
                </a:cubicBezTo>
                <a:cubicBezTo>
                  <a:pt x="608964" y="6386993"/>
                  <a:pt x="598486" y="6386040"/>
                  <a:pt x="587056" y="6386040"/>
                </a:cubicBezTo>
                <a:close/>
                <a:moveTo>
                  <a:pt x="1647187" y="6381278"/>
                </a:moveTo>
                <a:lnTo>
                  <a:pt x="1647187" y="6427951"/>
                </a:lnTo>
                <a:lnTo>
                  <a:pt x="1628137" y="6427951"/>
                </a:lnTo>
                <a:lnTo>
                  <a:pt x="1628137" y="6457479"/>
                </a:lnTo>
                <a:lnTo>
                  <a:pt x="1647187" y="6457479"/>
                </a:lnTo>
                <a:lnTo>
                  <a:pt x="1647187" y="6524155"/>
                </a:lnTo>
                <a:cubicBezTo>
                  <a:pt x="1647187" y="6548920"/>
                  <a:pt x="1665284" y="6551778"/>
                  <a:pt x="1682429" y="6551778"/>
                </a:cubicBezTo>
                <a:cubicBezTo>
                  <a:pt x="1691954" y="6551778"/>
                  <a:pt x="1709099" y="6549873"/>
                  <a:pt x="1709099" y="6549873"/>
                </a:cubicBezTo>
                <a:lnTo>
                  <a:pt x="1709099" y="6520345"/>
                </a:lnTo>
                <a:cubicBezTo>
                  <a:pt x="1709099" y="6520345"/>
                  <a:pt x="1701479" y="6520345"/>
                  <a:pt x="1692907" y="6520345"/>
                </a:cubicBezTo>
                <a:cubicBezTo>
                  <a:pt x="1687192" y="6520345"/>
                  <a:pt x="1681477" y="6519392"/>
                  <a:pt x="1681477" y="6511772"/>
                </a:cubicBezTo>
                <a:lnTo>
                  <a:pt x="1681477" y="6456526"/>
                </a:lnTo>
                <a:lnTo>
                  <a:pt x="1708147" y="6456526"/>
                </a:lnTo>
                <a:lnTo>
                  <a:pt x="1708147" y="6426998"/>
                </a:lnTo>
                <a:lnTo>
                  <a:pt x="1681477" y="6426998"/>
                </a:lnTo>
                <a:lnTo>
                  <a:pt x="1681477" y="6381278"/>
                </a:lnTo>
                <a:close/>
                <a:moveTo>
                  <a:pt x="1341435" y="6363180"/>
                </a:moveTo>
                <a:cubicBezTo>
                  <a:pt x="1329052" y="6363180"/>
                  <a:pt x="1319527" y="6372705"/>
                  <a:pt x="1319527" y="6385088"/>
                </a:cubicBezTo>
                <a:cubicBezTo>
                  <a:pt x="1319527" y="6397471"/>
                  <a:pt x="1329052" y="6406996"/>
                  <a:pt x="1341435" y="6406996"/>
                </a:cubicBezTo>
                <a:cubicBezTo>
                  <a:pt x="1353817" y="6406996"/>
                  <a:pt x="1363342" y="6396518"/>
                  <a:pt x="1363342" y="6385088"/>
                </a:cubicBezTo>
                <a:cubicBezTo>
                  <a:pt x="1363342" y="6373658"/>
                  <a:pt x="1353817" y="6363180"/>
                  <a:pt x="1341435" y="6363180"/>
                </a:cubicBezTo>
                <a:close/>
                <a:moveTo>
                  <a:pt x="1032826" y="6363180"/>
                </a:moveTo>
                <a:lnTo>
                  <a:pt x="1032826" y="6548920"/>
                </a:lnTo>
                <a:lnTo>
                  <a:pt x="1067116" y="6548920"/>
                </a:lnTo>
                <a:lnTo>
                  <a:pt x="1067116" y="6363180"/>
                </a:lnTo>
                <a:close/>
                <a:moveTo>
                  <a:pt x="922336" y="6359370"/>
                </a:moveTo>
                <a:cubicBezTo>
                  <a:pt x="867091" y="6359370"/>
                  <a:pt x="825181" y="6399376"/>
                  <a:pt x="825181" y="6455574"/>
                </a:cubicBezTo>
                <a:cubicBezTo>
                  <a:pt x="825181" y="6511772"/>
                  <a:pt x="880426" y="6551778"/>
                  <a:pt x="922336" y="6551778"/>
                </a:cubicBezTo>
                <a:cubicBezTo>
                  <a:pt x="964246" y="6551778"/>
                  <a:pt x="1003298" y="6526060"/>
                  <a:pt x="1013776" y="6482244"/>
                </a:cubicBezTo>
                <a:lnTo>
                  <a:pt x="973771" y="6482244"/>
                </a:lnTo>
                <a:cubicBezTo>
                  <a:pt x="967103" y="6504152"/>
                  <a:pt x="948053" y="6517488"/>
                  <a:pt x="923288" y="6517488"/>
                </a:cubicBezTo>
                <a:cubicBezTo>
                  <a:pt x="888046" y="6517488"/>
                  <a:pt x="865186" y="6490817"/>
                  <a:pt x="865186" y="6455574"/>
                </a:cubicBezTo>
                <a:cubicBezTo>
                  <a:pt x="865186" y="6420331"/>
                  <a:pt x="888046" y="6393661"/>
                  <a:pt x="923288" y="6393661"/>
                </a:cubicBezTo>
                <a:cubicBezTo>
                  <a:pt x="947101" y="6393661"/>
                  <a:pt x="966151" y="6406996"/>
                  <a:pt x="972818" y="6428904"/>
                </a:cubicBezTo>
                <a:lnTo>
                  <a:pt x="1013776" y="6428904"/>
                </a:lnTo>
                <a:cubicBezTo>
                  <a:pt x="1002346" y="6385088"/>
                  <a:pt x="977581" y="6359370"/>
                  <a:pt x="922336" y="6359370"/>
                </a:cubicBezTo>
                <a:close/>
                <a:moveTo>
                  <a:pt x="646112" y="6339367"/>
                </a:moveTo>
                <a:cubicBezTo>
                  <a:pt x="634682" y="6354607"/>
                  <a:pt x="626109" y="6370800"/>
                  <a:pt x="619442" y="6387945"/>
                </a:cubicBezTo>
                <a:cubicBezTo>
                  <a:pt x="666114" y="6395565"/>
                  <a:pt x="707072" y="6420331"/>
                  <a:pt x="735647" y="6455574"/>
                </a:cubicBezTo>
                <a:cubicBezTo>
                  <a:pt x="747077" y="6441286"/>
                  <a:pt x="757554" y="6425093"/>
                  <a:pt x="764222" y="6407948"/>
                </a:cubicBezTo>
                <a:cubicBezTo>
                  <a:pt x="732789" y="6375563"/>
                  <a:pt x="691832" y="6350797"/>
                  <a:pt x="646112" y="6339367"/>
                </a:cubicBezTo>
                <a:close/>
                <a:moveTo>
                  <a:pt x="0" y="0"/>
                </a:moveTo>
                <a:lnTo>
                  <a:pt x="8040688" y="0"/>
                </a:lnTo>
                <a:lnTo>
                  <a:pt x="804068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80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</a:t>
            </a:r>
            <a:r>
              <a:rPr lang="en-GB" noProof="0" dirty="0"/>
              <a:t>center</a:t>
            </a:r>
            <a:r>
              <a:rPr lang="en-US" dirty="0"/>
              <a:t> icon to insert light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C6818-4D80-7C27-6F3D-8D1DFA9EF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0689" y="1"/>
            <a:ext cx="4151312" cy="6858000"/>
          </a:xfrm>
          <a:prstGeom prst="rect">
            <a:avLst/>
          </a:prstGeom>
        </p:spPr>
      </p:pic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2168525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accent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3608388"/>
            <a:ext cx="3024000" cy="162083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88812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 2x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C9D9F7-ED91-D58F-4B8A-75E79F808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40683" y="0"/>
            <a:ext cx="4151314" cy="3428999"/>
          </a:xfrm>
          <a:prstGeom prst="rect">
            <a:avLst/>
          </a:prstGeom>
          <a:gradFill>
            <a:gsLst>
              <a:gs pos="85000">
                <a:schemeClr val="accent1"/>
              </a:gs>
              <a:gs pos="15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6F515-904D-A198-71ED-870E64DDB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1" r="15951"/>
          <a:stretch/>
        </p:blipFill>
        <p:spPr>
          <a:xfrm>
            <a:off x="8040689" y="3428999"/>
            <a:ext cx="4151312" cy="34290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4A0393-5E31-B1D7-44B4-0AE64D411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6966375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EF12EEA-B717-A2D4-DD8A-8AD5480E07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696637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2C9B01AB-F676-3FF4-AEAE-E940651574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1" y="1808163"/>
            <a:ext cx="6966375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GB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1A5382E-8AB3-355B-234A-708ABEDEC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5421" y="627124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tx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11B869A-ED46-587C-E1E8-2D7DE72DA9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5421" y="2066987"/>
            <a:ext cx="3024000" cy="78120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3177569F-28AA-9243-A576-B739146685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3906838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accent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B0ABFDE5-ACBC-EA3C-F170-8930EE49A9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5346701"/>
            <a:ext cx="3024000" cy="78263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122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lumns / 2x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98E49A-5FC1-C240-F8BE-AC453CAF0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40683" y="0"/>
            <a:ext cx="4151314" cy="3428999"/>
          </a:xfrm>
          <a:prstGeom prst="rect">
            <a:avLst/>
          </a:prstGeom>
          <a:gradFill>
            <a:gsLst>
              <a:gs pos="85000">
                <a:schemeClr val="accent1"/>
              </a:gs>
              <a:gs pos="15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A90A8E-21EE-B1AB-3E54-90DA5E7A3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1" r="15951"/>
          <a:stretch/>
        </p:blipFill>
        <p:spPr>
          <a:xfrm>
            <a:off x="8040689" y="3428999"/>
            <a:ext cx="4151312" cy="34290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4A0393-5E31-B1D7-44B4-0AE64D411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6966375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EF12EEA-B717-A2D4-DD8A-8AD5480E07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696637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85E9EA0-2A22-199D-48CF-03EB94ECF4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3204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69DCDE0-20E2-91A9-6591-26711B40C6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5774" y="1808163"/>
            <a:ext cx="3204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B23EB47-EA6A-4201-980F-A29FAC028C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5421" y="627124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tx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ADB540FA-D322-473E-8258-CEDC558D4B9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5421" y="2066987"/>
            <a:ext cx="3024000" cy="78120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83A1914-7D1F-4DEB-C99C-7D0FD5B7D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3906838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accent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51E2A69-C8AD-BB49-162E-ECBB49D0E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5346701"/>
            <a:ext cx="3024000" cy="78263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2675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Light Image / 2x 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A0871-DF4F-3D16-30B1-C25E0C64F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29338"/>
            <a:ext cx="227965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EF45F75-B1CC-0822-712D-8D92F3569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8040688" cy="6858000"/>
          </a:xfrm>
          <a:custGeom>
            <a:avLst/>
            <a:gdLst>
              <a:gd name="connsiteX0" fmla="*/ 1579559 w 8040688"/>
              <a:gd name="connsiteY0" fmla="*/ 6496532 h 6858000"/>
              <a:gd name="connsiteX1" fmla="*/ 1579559 w 8040688"/>
              <a:gd name="connsiteY1" fmla="*/ 6505105 h 6858000"/>
              <a:gd name="connsiteX2" fmla="*/ 1555747 w 8040688"/>
              <a:gd name="connsiteY2" fmla="*/ 6527013 h 6858000"/>
              <a:gd name="connsiteX3" fmla="*/ 1538602 w 8040688"/>
              <a:gd name="connsiteY3" fmla="*/ 6512725 h 6858000"/>
              <a:gd name="connsiteX4" fmla="*/ 1555747 w 8040688"/>
              <a:gd name="connsiteY4" fmla="*/ 6499390 h 6858000"/>
              <a:gd name="connsiteX5" fmla="*/ 1569082 w 8040688"/>
              <a:gd name="connsiteY5" fmla="*/ 6499390 h 6858000"/>
              <a:gd name="connsiteX6" fmla="*/ 1579559 w 8040688"/>
              <a:gd name="connsiteY6" fmla="*/ 6496532 h 6858000"/>
              <a:gd name="connsiteX7" fmla="*/ 1162365 w 8040688"/>
              <a:gd name="connsiteY7" fmla="*/ 6496532 h 6858000"/>
              <a:gd name="connsiteX8" fmla="*/ 1162365 w 8040688"/>
              <a:gd name="connsiteY8" fmla="*/ 6505105 h 6858000"/>
              <a:gd name="connsiteX9" fmla="*/ 1138553 w 8040688"/>
              <a:gd name="connsiteY9" fmla="*/ 6527013 h 6858000"/>
              <a:gd name="connsiteX10" fmla="*/ 1121408 w 8040688"/>
              <a:gd name="connsiteY10" fmla="*/ 6512725 h 6858000"/>
              <a:gd name="connsiteX11" fmla="*/ 1138553 w 8040688"/>
              <a:gd name="connsiteY11" fmla="*/ 6499390 h 6858000"/>
              <a:gd name="connsiteX12" fmla="*/ 1151888 w 8040688"/>
              <a:gd name="connsiteY12" fmla="*/ 6499390 h 6858000"/>
              <a:gd name="connsiteX13" fmla="*/ 1162365 w 8040688"/>
              <a:gd name="connsiteY13" fmla="*/ 6496532 h 6858000"/>
              <a:gd name="connsiteX14" fmla="*/ 736599 w 8040688"/>
              <a:gd name="connsiteY14" fmla="*/ 6455574 h 6858000"/>
              <a:gd name="connsiteX15" fmla="*/ 619442 w 8040688"/>
              <a:gd name="connsiteY15" fmla="*/ 6523203 h 6858000"/>
              <a:gd name="connsiteX16" fmla="*/ 632777 w 8040688"/>
              <a:gd name="connsiteY16" fmla="*/ 6552731 h 6858000"/>
              <a:gd name="connsiteX17" fmla="*/ 646112 w 8040688"/>
              <a:gd name="connsiteY17" fmla="*/ 6571781 h 6858000"/>
              <a:gd name="connsiteX18" fmla="*/ 765174 w 8040688"/>
              <a:gd name="connsiteY18" fmla="*/ 6503200 h 6858000"/>
              <a:gd name="connsiteX19" fmla="*/ 736599 w 8040688"/>
              <a:gd name="connsiteY19" fmla="*/ 6455574 h 6858000"/>
              <a:gd name="connsiteX20" fmla="*/ 1781490 w 8040688"/>
              <a:gd name="connsiteY20" fmla="*/ 6452716 h 6858000"/>
              <a:gd name="connsiteX21" fmla="*/ 1808160 w 8040688"/>
              <a:gd name="connsiteY21" fmla="*/ 6474624 h 6858000"/>
              <a:gd name="connsiteX22" fmla="*/ 1753867 w 8040688"/>
              <a:gd name="connsiteY22" fmla="*/ 6474624 h 6858000"/>
              <a:gd name="connsiteX23" fmla="*/ 1781490 w 8040688"/>
              <a:gd name="connsiteY23" fmla="*/ 6452716 h 6858000"/>
              <a:gd name="connsiteX24" fmla="*/ 1309050 w 8040688"/>
              <a:gd name="connsiteY24" fmla="*/ 6426999 h 6858000"/>
              <a:gd name="connsiteX25" fmla="*/ 1309050 w 8040688"/>
              <a:gd name="connsiteY25" fmla="*/ 6456526 h 6858000"/>
              <a:gd name="connsiteX26" fmla="*/ 1326195 w 8040688"/>
              <a:gd name="connsiteY26" fmla="*/ 6456526 h 6858000"/>
              <a:gd name="connsiteX27" fmla="*/ 1326195 w 8040688"/>
              <a:gd name="connsiteY27" fmla="*/ 6548920 h 6858000"/>
              <a:gd name="connsiteX28" fmla="*/ 1360485 w 8040688"/>
              <a:gd name="connsiteY28" fmla="*/ 6548920 h 6858000"/>
              <a:gd name="connsiteX29" fmla="*/ 1360485 w 8040688"/>
              <a:gd name="connsiteY29" fmla="*/ 6426999 h 6858000"/>
              <a:gd name="connsiteX30" fmla="*/ 1372868 w 8040688"/>
              <a:gd name="connsiteY30" fmla="*/ 6426998 h 6858000"/>
              <a:gd name="connsiteX31" fmla="*/ 1414778 w 8040688"/>
              <a:gd name="connsiteY31" fmla="*/ 6548920 h 6858000"/>
              <a:gd name="connsiteX32" fmla="*/ 1457640 w 8040688"/>
              <a:gd name="connsiteY32" fmla="*/ 6548920 h 6858000"/>
              <a:gd name="connsiteX33" fmla="*/ 1501455 w 8040688"/>
              <a:gd name="connsiteY33" fmla="*/ 6426998 h 6858000"/>
              <a:gd name="connsiteX34" fmla="*/ 1465260 w 8040688"/>
              <a:gd name="connsiteY34" fmla="*/ 6426998 h 6858000"/>
              <a:gd name="connsiteX35" fmla="*/ 1437638 w 8040688"/>
              <a:gd name="connsiteY35" fmla="*/ 6511772 h 6858000"/>
              <a:gd name="connsiteX36" fmla="*/ 1410015 w 8040688"/>
              <a:gd name="connsiteY36" fmla="*/ 6426998 h 6858000"/>
              <a:gd name="connsiteX37" fmla="*/ 1781490 w 8040688"/>
              <a:gd name="connsiteY37" fmla="*/ 6425093 h 6858000"/>
              <a:gd name="connsiteX38" fmla="*/ 1718625 w 8040688"/>
              <a:gd name="connsiteY38" fmla="*/ 6488912 h 6858000"/>
              <a:gd name="connsiteX39" fmla="*/ 1782442 w 8040688"/>
              <a:gd name="connsiteY39" fmla="*/ 6552730 h 6858000"/>
              <a:gd name="connsiteX40" fmla="*/ 1843402 w 8040688"/>
              <a:gd name="connsiteY40" fmla="*/ 6514629 h 6858000"/>
              <a:gd name="connsiteX41" fmla="*/ 1807207 w 8040688"/>
              <a:gd name="connsiteY41" fmla="*/ 6510819 h 6858000"/>
              <a:gd name="connsiteX42" fmla="*/ 1782442 w 8040688"/>
              <a:gd name="connsiteY42" fmla="*/ 6523202 h 6858000"/>
              <a:gd name="connsiteX43" fmla="*/ 1754820 w 8040688"/>
              <a:gd name="connsiteY43" fmla="*/ 6498437 h 6858000"/>
              <a:gd name="connsiteX44" fmla="*/ 1845307 w 8040688"/>
              <a:gd name="connsiteY44" fmla="*/ 6498437 h 6858000"/>
              <a:gd name="connsiteX45" fmla="*/ 1845307 w 8040688"/>
              <a:gd name="connsiteY45" fmla="*/ 6497484 h 6858000"/>
              <a:gd name="connsiteX46" fmla="*/ 1781490 w 8040688"/>
              <a:gd name="connsiteY46" fmla="*/ 6425093 h 6858000"/>
              <a:gd name="connsiteX47" fmla="*/ 1282380 w 8040688"/>
              <a:gd name="connsiteY47" fmla="*/ 6425093 h 6858000"/>
              <a:gd name="connsiteX48" fmla="*/ 1250947 w 8040688"/>
              <a:gd name="connsiteY48" fmla="*/ 6446048 h 6858000"/>
              <a:gd name="connsiteX49" fmla="*/ 1250947 w 8040688"/>
              <a:gd name="connsiteY49" fmla="*/ 6426998 h 6858000"/>
              <a:gd name="connsiteX50" fmla="*/ 1217610 w 8040688"/>
              <a:gd name="connsiteY50" fmla="*/ 6426998 h 6858000"/>
              <a:gd name="connsiteX51" fmla="*/ 1217610 w 8040688"/>
              <a:gd name="connsiteY51" fmla="*/ 6548920 h 6858000"/>
              <a:gd name="connsiteX52" fmla="*/ 1251900 w 8040688"/>
              <a:gd name="connsiteY52" fmla="*/ 6548920 h 6858000"/>
              <a:gd name="connsiteX53" fmla="*/ 1251900 w 8040688"/>
              <a:gd name="connsiteY53" fmla="*/ 6490817 h 6858000"/>
              <a:gd name="connsiteX54" fmla="*/ 1277617 w 8040688"/>
              <a:gd name="connsiteY54" fmla="*/ 6461289 h 6858000"/>
              <a:gd name="connsiteX55" fmla="*/ 1291905 w 8040688"/>
              <a:gd name="connsiteY55" fmla="*/ 6461289 h 6858000"/>
              <a:gd name="connsiteX56" fmla="*/ 1291905 w 8040688"/>
              <a:gd name="connsiteY56" fmla="*/ 6426046 h 6858000"/>
              <a:gd name="connsiteX57" fmla="*/ 1282380 w 8040688"/>
              <a:gd name="connsiteY57" fmla="*/ 6425093 h 6858000"/>
              <a:gd name="connsiteX58" fmla="*/ 1562414 w 8040688"/>
              <a:gd name="connsiteY58" fmla="*/ 6424141 h 6858000"/>
              <a:gd name="connsiteX59" fmla="*/ 1510027 w 8040688"/>
              <a:gd name="connsiteY59" fmla="*/ 6439381 h 6858000"/>
              <a:gd name="connsiteX60" fmla="*/ 1523362 w 8040688"/>
              <a:gd name="connsiteY60" fmla="*/ 6465099 h 6858000"/>
              <a:gd name="connsiteX61" fmla="*/ 1559557 w 8040688"/>
              <a:gd name="connsiteY61" fmla="*/ 6453669 h 6858000"/>
              <a:gd name="connsiteX62" fmla="*/ 1579559 w 8040688"/>
              <a:gd name="connsiteY62" fmla="*/ 6467957 h 6858000"/>
              <a:gd name="connsiteX63" fmla="*/ 1580512 w 8040688"/>
              <a:gd name="connsiteY63" fmla="*/ 6468909 h 6858000"/>
              <a:gd name="connsiteX64" fmla="*/ 1571939 w 8040688"/>
              <a:gd name="connsiteY64" fmla="*/ 6476529 h 6858000"/>
              <a:gd name="connsiteX65" fmla="*/ 1548127 w 8040688"/>
              <a:gd name="connsiteY65" fmla="*/ 6476529 h 6858000"/>
              <a:gd name="connsiteX66" fmla="*/ 1504312 w 8040688"/>
              <a:gd name="connsiteY66" fmla="*/ 6513677 h 6858000"/>
              <a:gd name="connsiteX67" fmla="*/ 1547174 w 8040688"/>
              <a:gd name="connsiteY67" fmla="*/ 6551778 h 6858000"/>
              <a:gd name="connsiteX68" fmla="*/ 1581464 w 8040688"/>
              <a:gd name="connsiteY68" fmla="*/ 6537490 h 6858000"/>
              <a:gd name="connsiteX69" fmla="*/ 1581464 w 8040688"/>
              <a:gd name="connsiteY69" fmla="*/ 6548920 h 6858000"/>
              <a:gd name="connsiteX70" fmla="*/ 1615754 w 8040688"/>
              <a:gd name="connsiteY70" fmla="*/ 6548920 h 6858000"/>
              <a:gd name="connsiteX71" fmla="*/ 1615754 w 8040688"/>
              <a:gd name="connsiteY71" fmla="*/ 6468909 h 6858000"/>
              <a:gd name="connsiteX72" fmla="*/ 1562414 w 8040688"/>
              <a:gd name="connsiteY72" fmla="*/ 6424141 h 6858000"/>
              <a:gd name="connsiteX73" fmla="*/ 1145220 w 8040688"/>
              <a:gd name="connsiteY73" fmla="*/ 6424141 h 6858000"/>
              <a:gd name="connsiteX74" fmla="*/ 1092833 w 8040688"/>
              <a:gd name="connsiteY74" fmla="*/ 6439381 h 6858000"/>
              <a:gd name="connsiteX75" fmla="*/ 1106168 w 8040688"/>
              <a:gd name="connsiteY75" fmla="*/ 6465099 h 6858000"/>
              <a:gd name="connsiteX76" fmla="*/ 1142363 w 8040688"/>
              <a:gd name="connsiteY76" fmla="*/ 6453669 h 6858000"/>
              <a:gd name="connsiteX77" fmla="*/ 1162365 w 8040688"/>
              <a:gd name="connsiteY77" fmla="*/ 6467957 h 6858000"/>
              <a:gd name="connsiteX78" fmla="*/ 1163318 w 8040688"/>
              <a:gd name="connsiteY78" fmla="*/ 6468909 h 6858000"/>
              <a:gd name="connsiteX79" fmla="*/ 1154745 w 8040688"/>
              <a:gd name="connsiteY79" fmla="*/ 6476529 h 6858000"/>
              <a:gd name="connsiteX80" fmla="*/ 1130933 w 8040688"/>
              <a:gd name="connsiteY80" fmla="*/ 6476529 h 6858000"/>
              <a:gd name="connsiteX81" fmla="*/ 1087118 w 8040688"/>
              <a:gd name="connsiteY81" fmla="*/ 6513677 h 6858000"/>
              <a:gd name="connsiteX82" fmla="*/ 1129980 w 8040688"/>
              <a:gd name="connsiteY82" fmla="*/ 6551778 h 6858000"/>
              <a:gd name="connsiteX83" fmla="*/ 1164270 w 8040688"/>
              <a:gd name="connsiteY83" fmla="*/ 6537490 h 6858000"/>
              <a:gd name="connsiteX84" fmla="*/ 1164270 w 8040688"/>
              <a:gd name="connsiteY84" fmla="*/ 6548920 h 6858000"/>
              <a:gd name="connsiteX85" fmla="*/ 1198560 w 8040688"/>
              <a:gd name="connsiteY85" fmla="*/ 6548920 h 6858000"/>
              <a:gd name="connsiteX86" fmla="*/ 1198560 w 8040688"/>
              <a:gd name="connsiteY86" fmla="*/ 6468909 h 6858000"/>
              <a:gd name="connsiteX87" fmla="*/ 1145220 w 8040688"/>
              <a:gd name="connsiteY87" fmla="*/ 6424141 h 6858000"/>
              <a:gd name="connsiteX88" fmla="*/ 587056 w 8040688"/>
              <a:gd name="connsiteY88" fmla="*/ 6386040 h 6858000"/>
              <a:gd name="connsiteX89" fmla="*/ 564196 w 8040688"/>
              <a:gd name="connsiteY89" fmla="*/ 6386993 h 6858000"/>
              <a:gd name="connsiteX90" fmla="*/ 564196 w 8040688"/>
              <a:gd name="connsiteY90" fmla="*/ 6524155 h 6858000"/>
              <a:gd name="connsiteX91" fmla="*/ 587056 w 8040688"/>
              <a:gd name="connsiteY91" fmla="*/ 6526060 h 6858000"/>
              <a:gd name="connsiteX92" fmla="*/ 619441 w 8040688"/>
              <a:gd name="connsiteY92" fmla="*/ 6523202 h 6858000"/>
              <a:gd name="connsiteX93" fmla="*/ 613726 w 8040688"/>
              <a:gd name="connsiteY93" fmla="*/ 6406043 h 6858000"/>
              <a:gd name="connsiteX94" fmla="*/ 619441 w 8040688"/>
              <a:gd name="connsiteY94" fmla="*/ 6388898 h 6858000"/>
              <a:gd name="connsiteX95" fmla="*/ 587056 w 8040688"/>
              <a:gd name="connsiteY95" fmla="*/ 6386040 h 6858000"/>
              <a:gd name="connsiteX96" fmla="*/ 1647187 w 8040688"/>
              <a:gd name="connsiteY96" fmla="*/ 6381278 h 6858000"/>
              <a:gd name="connsiteX97" fmla="*/ 1647187 w 8040688"/>
              <a:gd name="connsiteY97" fmla="*/ 6427951 h 6858000"/>
              <a:gd name="connsiteX98" fmla="*/ 1628137 w 8040688"/>
              <a:gd name="connsiteY98" fmla="*/ 6427951 h 6858000"/>
              <a:gd name="connsiteX99" fmla="*/ 1628137 w 8040688"/>
              <a:gd name="connsiteY99" fmla="*/ 6457479 h 6858000"/>
              <a:gd name="connsiteX100" fmla="*/ 1647187 w 8040688"/>
              <a:gd name="connsiteY100" fmla="*/ 6457479 h 6858000"/>
              <a:gd name="connsiteX101" fmla="*/ 1647187 w 8040688"/>
              <a:gd name="connsiteY101" fmla="*/ 6524155 h 6858000"/>
              <a:gd name="connsiteX102" fmla="*/ 1682429 w 8040688"/>
              <a:gd name="connsiteY102" fmla="*/ 6551778 h 6858000"/>
              <a:gd name="connsiteX103" fmla="*/ 1709099 w 8040688"/>
              <a:gd name="connsiteY103" fmla="*/ 6549873 h 6858000"/>
              <a:gd name="connsiteX104" fmla="*/ 1709099 w 8040688"/>
              <a:gd name="connsiteY104" fmla="*/ 6520345 h 6858000"/>
              <a:gd name="connsiteX105" fmla="*/ 1692907 w 8040688"/>
              <a:gd name="connsiteY105" fmla="*/ 6520345 h 6858000"/>
              <a:gd name="connsiteX106" fmla="*/ 1681477 w 8040688"/>
              <a:gd name="connsiteY106" fmla="*/ 6511772 h 6858000"/>
              <a:gd name="connsiteX107" fmla="*/ 1681477 w 8040688"/>
              <a:gd name="connsiteY107" fmla="*/ 6456526 h 6858000"/>
              <a:gd name="connsiteX108" fmla="*/ 1708147 w 8040688"/>
              <a:gd name="connsiteY108" fmla="*/ 6456526 h 6858000"/>
              <a:gd name="connsiteX109" fmla="*/ 1708147 w 8040688"/>
              <a:gd name="connsiteY109" fmla="*/ 6426998 h 6858000"/>
              <a:gd name="connsiteX110" fmla="*/ 1681477 w 8040688"/>
              <a:gd name="connsiteY110" fmla="*/ 6426998 h 6858000"/>
              <a:gd name="connsiteX111" fmla="*/ 1681477 w 8040688"/>
              <a:gd name="connsiteY111" fmla="*/ 6381278 h 6858000"/>
              <a:gd name="connsiteX112" fmla="*/ 1341435 w 8040688"/>
              <a:gd name="connsiteY112" fmla="*/ 6363180 h 6858000"/>
              <a:gd name="connsiteX113" fmla="*/ 1319527 w 8040688"/>
              <a:gd name="connsiteY113" fmla="*/ 6385088 h 6858000"/>
              <a:gd name="connsiteX114" fmla="*/ 1341435 w 8040688"/>
              <a:gd name="connsiteY114" fmla="*/ 6406996 h 6858000"/>
              <a:gd name="connsiteX115" fmla="*/ 1363342 w 8040688"/>
              <a:gd name="connsiteY115" fmla="*/ 6385088 h 6858000"/>
              <a:gd name="connsiteX116" fmla="*/ 1341435 w 8040688"/>
              <a:gd name="connsiteY116" fmla="*/ 6363180 h 6858000"/>
              <a:gd name="connsiteX117" fmla="*/ 1032826 w 8040688"/>
              <a:gd name="connsiteY117" fmla="*/ 6363180 h 6858000"/>
              <a:gd name="connsiteX118" fmla="*/ 1032826 w 8040688"/>
              <a:gd name="connsiteY118" fmla="*/ 6548920 h 6858000"/>
              <a:gd name="connsiteX119" fmla="*/ 1067116 w 8040688"/>
              <a:gd name="connsiteY119" fmla="*/ 6548920 h 6858000"/>
              <a:gd name="connsiteX120" fmla="*/ 1067116 w 8040688"/>
              <a:gd name="connsiteY120" fmla="*/ 6363180 h 6858000"/>
              <a:gd name="connsiteX121" fmla="*/ 922336 w 8040688"/>
              <a:gd name="connsiteY121" fmla="*/ 6359370 h 6858000"/>
              <a:gd name="connsiteX122" fmla="*/ 825181 w 8040688"/>
              <a:gd name="connsiteY122" fmla="*/ 6455574 h 6858000"/>
              <a:gd name="connsiteX123" fmla="*/ 922336 w 8040688"/>
              <a:gd name="connsiteY123" fmla="*/ 6551778 h 6858000"/>
              <a:gd name="connsiteX124" fmla="*/ 1013776 w 8040688"/>
              <a:gd name="connsiteY124" fmla="*/ 6482244 h 6858000"/>
              <a:gd name="connsiteX125" fmla="*/ 973771 w 8040688"/>
              <a:gd name="connsiteY125" fmla="*/ 6482244 h 6858000"/>
              <a:gd name="connsiteX126" fmla="*/ 923288 w 8040688"/>
              <a:gd name="connsiteY126" fmla="*/ 6517488 h 6858000"/>
              <a:gd name="connsiteX127" fmla="*/ 865186 w 8040688"/>
              <a:gd name="connsiteY127" fmla="*/ 6455574 h 6858000"/>
              <a:gd name="connsiteX128" fmla="*/ 923288 w 8040688"/>
              <a:gd name="connsiteY128" fmla="*/ 6393661 h 6858000"/>
              <a:gd name="connsiteX129" fmla="*/ 972818 w 8040688"/>
              <a:gd name="connsiteY129" fmla="*/ 6428904 h 6858000"/>
              <a:gd name="connsiteX130" fmla="*/ 1013776 w 8040688"/>
              <a:gd name="connsiteY130" fmla="*/ 6428904 h 6858000"/>
              <a:gd name="connsiteX131" fmla="*/ 922336 w 8040688"/>
              <a:gd name="connsiteY131" fmla="*/ 6359370 h 6858000"/>
              <a:gd name="connsiteX132" fmla="*/ 646112 w 8040688"/>
              <a:gd name="connsiteY132" fmla="*/ 6339367 h 6858000"/>
              <a:gd name="connsiteX133" fmla="*/ 619442 w 8040688"/>
              <a:gd name="connsiteY133" fmla="*/ 6387945 h 6858000"/>
              <a:gd name="connsiteX134" fmla="*/ 735647 w 8040688"/>
              <a:gd name="connsiteY134" fmla="*/ 6455574 h 6858000"/>
              <a:gd name="connsiteX135" fmla="*/ 764222 w 8040688"/>
              <a:gd name="connsiteY135" fmla="*/ 6407948 h 6858000"/>
              <a:gd name="connsiteX136" fmla="*/ 646112 w 8040688"/>
              <a:gd name="connsiteY136" fmla="*/ 6339367 h 6858000"/>
              <a:gd name="connsiteX137" fmla="*/ 0 w 8040688"/>
              <a:gd name="connsiteY137" fmla="*/ 0 h 6858000"/>
              <a:gd name="connsiteX138" fmla="*/ 8040688 w 8040688"/>
              <a:gd name="connsiteY138" fmla="*/ 0 h 6858000"/>
              <a:gd name="connsiteX139" fmla="*/ 8040688 w 8040688"/>
              <a:gd name="connsiteY139" fmla="*/ 6858000 h 6858000"/>
              <a:gd name="connsiteX140" fmla="*/ 0 w 8040688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8040688" h="6858000">
                <a:moveTo>
                  <a:pt x="1579559" y="6496532"/>
                </a:moveTo>
                <a:lnTo>
                  <a:pt x="1579559" y="6505105"/>
                </a:lnTo>
                <a:cubicBezTo>
                  <a:pt x="1579559" y="6520345"/>
                  <a:pt x="1566224" y="6527013"/>
                  <a:pt x="1555747" y="6527013"/>
                </a:cubicBezTo>
                <a:cubicBezTo>
                  <a:pt x="1545269" y="6527013"/>
                  <a:pt x="1538602" y="6521298"/>
                  <a:pt x="1538602" y="6512725"/>
                </a:cubicBezTo>
                <a:cubicBezTo>
                  <a:pt x="1538602" y="6504152"/>
                  <a:pt x="1545269" y="6499390"/>
                  <a:pt x="1555747" y="6499390"/>
                </a:cubicBezTo>
                <a:lnTo>
                  <a:pt x="1569082" y="6499390"/>
                </a:lnTo>
                <a:cubicBezTo>
                  <a:pt x="1573844" y="6499390"/>
                  <a:pt x="1577654" y="6498437"/>
                  <a:pt x="1579559" y="6496532"/>
                </a:cubicBezTo>
                <a:close/>
                <a:moveTo>
                  <a:pt x="1162365" y="6496532"/>
                </a:moveTo>
                <a:lnTo>
                  <a:pt x="1162365" y="6505105"/>
                </a:lnTo>
                <a:cubicBezTo>
                  <a:pt x="1162365" y="6520345"/>
                  <a:pt x="1149030" y="6527013"/>
                  <a:pt x="1138553" y="6527013"/>
                </a:cubicBezTo>
                <a:cubicBezTo>
                  <a:pt x="1128075" y="6527013"/>
                  <a:pt x="1121408" y="6521298"/>
                  <a:pt x="1121408" y="6512725"/>
                </a:cubicBezTo>
                <a:cubicBezTo>
                  <a:pt x="1121408" y="6504152"/>
                  <a:pt x="1128075" y="6499390"/>
                  <a:pt x="1138553" y="6499390"/>
                </a:cubicBezTo>
                <a:lnTo>
                  <a:pt x="1151888" y="6499390"/>
                </a:lnTo>
                <a:cubicBezTo>
                  <a:pt x="1156650" y="6499390"/>
                  <a:pt x="1160460" y="6498437"/>
                  <a:pt x="1162365" y="6496532"/>
                </a:cubicBezTo>
                <a:close/>
                <a:moveTo>
                  <a:pt x="736599" y="6455574"/>
                </a:moveTo>
                <a:cubicBezTo>
                  <a:pt x="707072" y="6490817"/>
                  <a:pt x="666114" y="6515582"/>
                  <a:pt x="619442" y="6523203"/>
                </a:cubicBezTo>
                <a:cubicBezTo>
                  <a:pt x="623252" y="6532728"/>
                  <a:pt x="628014" y="6543205"/>
                  <a:pt x="632777" y="6552731"/>
                </a:cubicBezTo>
                <a:cubicBezTo>
                  <a:pt x="636587" y="6559398"/>
                  <a:pt x="641349" y="6566066"/>
                  <a:pt x="646112" y="6571781"/>
                </a:cubicBezTo>
                <a:cubicBezTo>
                  <a:pt x="691832" y="6560351"/>
                  <a:pt x="732789" y="6536538"/>
                  <a:pt x="765174" y="6503200"/>
                </a:cubicBezTo>
                <a:cubicBezTo>
                  <a:pt x="757554" y="6486054"/>
                  <a:pt x="748029" y="6469862"/>
                  <a:pt x="736599" y="6455574"/>
                </a:cubicBezTo>
                <a:close/>
                <a:moveTo>
                  <a:pt x="1781490" y="6452716"/>
                </a:moveTo>
                <a:cubicBezTo>
                  <a:pt x="1795777" y="6452716"/>
                  <a:pt x="1806255" y="6462241"/>
                  <a:pt x="1808160" y="6474624"/>
                </a:cubicBezTo>
                <a:lnTo>
                  <a:pt x="1753867" y="6474624"/>
                </a:lnTo>
                <a:cubicBezTo>
                  <a:pt x="1756725" y="6461289"/>
                  <a:pt x="1767202" y="6452716"/>
                  <a:pt x="1781490" y="6452716"/>
                </a:cubicBezTo>
                <a:close/>
                <a:moveTo>
                  <a:pt x="1309050" y="6426999"/>
                </a:moveTo>
                <a:lnTo>
                  <a:pt x="1309050" y="6456526"/>
                </a:lnTo>
                <a:lnTo>
                  <a:pt x="1326195" y="6456526"/>
                </a:lnTo>
                <a:lnTo>
                  <a:pt x="1326195" y="6548920"/>
                </a:lnTo>
                <a:lnTo>
                  <a:pt x="1360485" y="6548920"/>
                </a:lnTo>
                <a:lnTo>
                  <a:pt x="1360485" y="6426999"/>
                </a:lnTo>
                <a:close/>
                <a:moveTo>
                  <a:pt x="1372868" y="6426998"/>
                </a:moveTo>
                <a:lnTo>
                  <a:pt x="1414778" y="6548920"/>
                </a:lnTo>
                <a:lnTo>
                  <a:pt x="1457640" y="6548920"/>
                </a:lnTo>
                <a:lnTo>
                  <a:pt x="1501455" y="6426998"/>
                </a:lnTo>
                <a:lnTo>
                  <a:pt x="1465260" y="6426998"/>
                </a:lnTo>
                <a:lnTo>
                  <a:pt x="1437638" y="6511772"/>
                </a:lnTo>
                <a:lnTo>
                  <a:pt x="1410015" y="6426998"/>
                </a:lnTo>
                <a:close/>
                <a:moveTo>
                  <a:pt x="1781490" y="6425093"/>
                </a:moveTo>
                <a:cubicBezTo>
                  <a:pt x="1745295" y="6425093"/>
                  <a:pt x="1718625" y="6451763"/>
                  <a:pt x="1718625" y="6488912"/>
                </a:cubicBezTo>
                <a:cubicBezTo>
                  <a:pt x="1718625" y="6526060"/>
                  <a:pt x="1754820" y="6552730"/>
                  <a:pt x="1782442" y="6552730"/>
                </a:cubicBezTo>
                <a:cubicBezTo>
                  <a:pt x="1810065" y="6552730"/>
                  <a:pt x="1832925" y="6540347"/>
                  <a:pt x="1843402" y="6514629"/>
                </a:cubicBezTo>
                <a:lnTo>
                  <a:pt x="1807207" y="6510819"/>
                </a:lnTo>
                <a:cubicBezTo>
                  <a:pt x="1802445" y="6518439"/>
                  <a:pt x="1797682" y="6523202"/>
                  <a:pt x="1782442" y="6523202"/>
                </a:cubicBezTo>
                <a:cubicBezTo>
                  <a:pt x="1767202" y="6523202"/>
                  <a:pt x="1756725" y="6511772"/>
                  <a:pt x="1754820" y="6498437"/>
                </a:cubicBezTo>
                <a:lnTo>
                  <a:pt x="1845307" y="6498437"/>
                </a:lnTo>
                <a:lnTo>
                  <a:pt x="1845307" y="6497484"/>
                </a:lnTo>
                <a:cubicBezTo>
                  <a:pt x="1845307" y="6447001"/>
                  <a:pt x="1817685" y="6425093"/>
                  <a:pt x="1781490" y="6425093"/>
                </a:cubicBezTo>
                <a:close/>
                <a:moveTo>
                  <a:pt x="1282380" y="6425093"/>
                </a:moveTo>
                <a:cubicBezTo>
                  <a:pt x="1267140" y="6425093"/>
                  <a:pt x="1255710" y="6432713"/>
                  <a:pt x="1250947" y="6446048"/>
                </a:cubicBezTo>
                <a:lnTo>
                  <a:pt x="1250947" y="6426998"/>
                </a:lnTo>
                <a:lnTo>
                  <a:pt x="1217610" y="6426998"/>
                </a:lnTo>
                <a:lnTo>
                  <a:pt x="1217610" y="6548920"/>
                </a:lnTo>
                <a:lnTo>
                  <a:pt x="1251900" y="6548920"/>
                </a:lnTo>
                <a:lnTo>
                  <a:pt x="1251900" y="6490817"/>
                </a:lnTo>
                <a:cubicBezTo>
                  <a:pt x="1251900" y="6469861"/>
                  <a:pt x="1260472" y="6461289"/>
                  <a:pt x="1277617" y="6461289"/>
                </a:cubicBezTo>
                <a:lnTo>
                  <a:pt x="1291905" y="6461289"/>
                </a:lnTo>
                <a:cubicBezTo>
                  <a:pt x="1291905" y="6461289"/>
                  <a:pt x="1291905" y="6426046"/>
                  <a:pt x="1291905" y="6426046"/>
                </a:cubicBezTo>
                <a:cubicBezTo>
                  <a:pt x="1289047" y="6425093"/>
                  <a:pt x="1297620" y="6425093"/>
                  <a:pt x="1282380" y="6425093"/>
                </a:cubicBezTo>
                <a:close/>
                <a:moveTo>
                  <a:pt x="1562414" y="6424141"/>
                </a:moveTo>
                <a:cubicBezTo>
                  <a:pt x="1532887" y="6424141"/>
                  <a:pt x="1510027" y="6439381"/>
                  <a:pt x="1510027" y="6439381"/>
                </a:cubicBezTo>
                <a:lnTo>
                  <a:pt x="1523362" y="6465099"/>
                </a:lnTo>
                <a:cubicBezTo>
                  <a:pt x="1531934" y="6459384"/>
                  <a:pt x="1546222" y="6453669"/>
                  <a:pt x="1559557" y="6453669"/>
                </a:cubicBezTo>
                <a:cubicBezTo>
                  <a:pt x="1572892" y="6453669"/>
                  <a:pt x="1579559" y="6459384"/>
                  <a:pt x="1579559" y="6467957"/>
                </a:cubicBezTo>
                <a:lnTo>
                  <a:pt x="1580512" y="6468909"/>
                </a:lnTo>
                <a:cubicBezTo>
                  <a:pt x="1580512" y="6473672"/>
                  <a:pt x="1577654" y="6476529"/>
                  <a:pt x="1571939" y="6476529"/>
                </a:cubicBezTo>
                <a:lnTo>
                  <a:pt x="1548127" y="6476529"/>
                </a:lnTo>
                <a:cubicBezTo>
                  <a:pt x="1521457" y="6476529"/>
                  <a:pt x="1504312" y="6493675"/>
                  <a:pt x="1504312" y="6513677"/>
                </a:cubicBezTo>
                <a:cubicBezTo>
                  <a:pt x="1504312" y="6533680"/>
                  <a:pt x="1521457" y="6551778"/>
                  <a:pt x="1547174" y="6551778"/>
                </a:cubicBezTo>
                <a:cubicBezTo>
                  <a:pt x="1561462" y="6551778"/>
                  <a:pt x="1574797" y="6547015"/>
                  <a:pt x="1581464" y="6537490"/>
                </a:cubicBezTo>
                <a:lnTo>
                  <a:pt x="1581464" y="6548920"/>
                </a:lnTo>
                <a:lnTo>
                  <a:pt x="1615754" y="6548920"/>
                </a:lnTo>
                <a:lnTo>
                  <a:pt x="1615754" y="6468909"/>
                </a:lnTo>
                <a:cubicBezTo>
                  <a:pt x="1615754" y="6436524"/>
                  <a:pt x="1591942" y="6424141"/>
                  <a:pt x="1562414" y="6424141"/>
                </a:cubicBezTo>
                <a:close/>
                <a:moveTo>
                  <a:pt x="1145220" y="6424141"/>
                </a:moveTo>
                <a:cubicBezTo>
                  <a:pt x="1115693" y="6424141"/>
                  <a:pt x="1092833" y="6439381"/>
                  <a:pt x="1092833" y="6439381"/>
                </a:cubicBezTo>
                <a:lnTo>
                  <a:pt x="1106168" y="6465099"/>
                </a:lnTo>
                <a:cubicBezTo>
                  <a:pt x="1114740" y="6459384"/>
                  <a:pt x="1129028" y="6453669"/>
                  <a:pt x="1142363" y="6453669"/>
                </a:cubicBezTo>
                <a:cubicBezTo>
                  <a:pt x="1155698" y="6453669"/>
                  <a:pt x="1162365" y="6459384"/>
                  <a:pt x="1162365" y="6467957"/>
                </a:cubicBezTo>
                <a:lnTo>
                  <a:pt x="1163318" y="6468909"/>
                </a:lnTo>
                <a:cubicBezTo>
                  <a:pt x="1163318" y="6473672"/>
                  <a:pt x="1160460" y="6476529"/>
                  <a:pt x="1154745" y="6476529"/>
                </a:cubicBezTo>
                <a:lnTo>
                  <a:pt x="1130933" y="6476529"/>
                </a:lnTo>
                <a:cubicBezTo>
                  <a:pt x="1104263" y="6476529"/>
                  <a:pt x="1087118" y="6493675"/>
                  <a:pt x="1087118" y="6513677"/>
                </a:cubicBezTo>
                <a:cubicBezTo>
                  <a:pt x="1087118" y="6533680"/>
                  <a:pt x="1104263" y="6551778"/>
                  <a:pt x="1129980" y="6551778"/>
                </a:cubicBezTo>
                <a:cubicBezTo>
                  <a:pt x="1144268" y="6551778"/>
                  <a:pt x="1157603" y="6547015"/>
                  <a:pt x="1164270" y="6537490"/>
                </a:cubicBezTo>
                <a:lnTo>
                  <a:pt x="1164270" y="6548920"/>
                </a:lnTo>
                <a:lnTo>
                  <a:pt x="1198560" y="6548920"/>
                </a:lnTo>
                <a:lnTo>
                  <a:pt x="1198560" y="6468909"/>
                </a:lnTo>
                <a:cubicBezTo>
                  <a:pt x="1198560" y="6436524"/>
                  <a:pt x="1174748" y="6424141"/>
                  <a:pt x="1145220" y="6424141"/>
                </a:cubicBezTo>
                <a:close/>
                <a:moveTo>
                  <a:pt x="587056" y="6386040"/>
                </a:moveTo>
                <a:cubicBezTo>
                  <a:pt x="575626" y="6386040"/>
                  <a:pt x="571816" y="6386040"/>
                  <a:pt x="564196" y="6386993"/>
                </a:cubicBezTo>
                <a:cubicBezTo>
                  <a:pt x="551814" y="6430808"/>
                  <a:pt x="550861" y="6478434"/>
                  <a:pt x="564196" y="6524155"/>
                </a:cubicBezTo>
                <a:cubicBezTo>
                  <a:pt x="571816" y="6524155"/>
                  <a:pt x="579436" y="6526060"/>
                  <a:pt x="587056" y="6526060"/>
                </a:cubicBezTo>
                <a:cubicBezTo>
                  <a:pt x="598486" y="6526060"/>
                  <a:pt x="608964" y="6525107"/>
                  <a:pt x="619441" y="6523202"/>
                </a:cubicBezTo>
                <a:cubicBezTo>
                  <a:pt x="605154" y="6486054"/>
                  <a:pt x="603249" y="6445096"/>
                  <a:pt x="613726" y="6406043"/>
                </a:cubicBezTo>
                <a:cubicBezTo>
                  <a:pt x="615631" y="6400328"/>
                  <a:pt x="617536" y="6394613"/>
                  <a:pt x="619441" y="6388898"/>
                </a:cubicBezTo>
                <a:cubicBezTo>
                  <a:pt x="608964" y="6386993"/>
                  <a:pt x="598486" y="6386040"/>
                  <a:pt x="587056" y="6386040"/>
                </a:cubicBezTo>
                <a:close/>
                <a:moveTo>
                  <a:pt x="1647187" y="6381278"/>
                </a:moveTo>
                <a:lnTo>
                  <a:pt x="1647187" y="6427951"/>
                </a:lnTo>
                <a:lnTo>
                  <a:pt x="1628137" y="6427951"/>
                </a:lnTo>
                <a:lnTo>
                  <a:pt x="1628137" y="6457479"/>
                </a:lnTo>
                <a:lnTo>
                  <a:pt x="1647187" y="6457479"/>
                </a:lnTo>
                <a:lnTo>
                  <a:pt x="1647187" y="6524155"/>
                </a:lnTo>
                <a:cubicBezTo>
                  <a:pt x="1647187" y="6548920"/>
                  <a:pt x="1665284" y="6551778"/>
                  <a:pt x="1682429" y="6551778"/>
                </a:cubicBezTo>
                <a:cubicBezTo>
                  <a:pt x="1691954" y="6551778"/>
                  <a:pt x="1709099" y="6549873"/>
                  <a:pt x="1709099" y="6549873"/>
                </a:cubicBezTo>
                <a:lnTo>
                  <a:pt x="1709099" y="6520345"/>
                </a:lnTo>
                <a:cubicBezTo>
                  <a:pt x="1709099" y="6520345"/>
                  <a:pt x="1701479" y="6520345"/>
                  <a:pt x="1692907" y="6520345"/>
                </a:cubicBezTo>
                <a:cubicBezTo>
                  <a:pt x="1687192" y="6520345"/>
                  <a:pt x="1681477" y="6519392"/>
                  <a:pt x="1681477" y="6511772"/>
                </a:cubicBezTo>
                <a:lnTo>
                  <a:pt x="1681477" y="6456526"/>
                </a:lnTo>
                <a:lnTo>
                  <a:pt x="1708147" y="6456526"/>
                </a:lnTo>
                <a:lnTo>
                  <a:pt x="1708147" y="6426998"/>
                </a:lnTo>
                <a:lnTo>
                  <a:pt x="1681477" y="6426998"/>
                </a:lnTo>
                <a:lnTo>
                  <a:pt x="1681477" y="6381278"/>
                </a:lnTo>
                <a:close/>
                <a:moveTo>
                  <a:pt x="1341435" y="6363180"/>
                </a:moveTo>
                <a:cubicBezTo>
                  <a:pt x="1329052" y="6363180"/>
                  <a:pt x="1319527" y="6372705"/>
                  <a:pt x="1319527" y="6385088"/>
                </a:cubicBezTo>
                <a:cubicBezTo>
                  <a:pt x="1319527" y="6397471"/>
                  <a:pt x="1329052" y="6406996"/>
                  <a:pt x="1341435" y="6406996"/>
                </a:cubicBezTo>
                <a:cubicBezTo>
                  <a:pt x="1353817" y="6406996"/>
                  <a:pt x="1363342" y="6396518"/>
                  <a:pt x="1363342" y="6385088"/>
                </a:cubicBezTo>
                <a:cubicBezTo>
                  <a:pt x="1363342" y="6373658"/>
                  <a:pt x="1353817" y="6363180"/>
                  <a:pt x="1341435" y="6363180"/>
                </a:cubicBezTo>
                <a:close/>
                <a:moveTo>
                  <a:pt x="1032826" y="6363180"/>
                </a:moveTo>
                <a:lnTo>
                  <a:pt x="1032826" y="6548920"/>
                </a:lnTo>
                <a:lnTo>
                  <a:pt x="1067116" y="6548920"/>
                </a:lnTo>
                <a:lnTo>
                  <a:pt x="1067116" y="6363180"/>
                </a:lnTo>
                <a:close/>
                <a:moveTo>
                  <a:pt x="922336" y="6359370"/>
                </a:moveTo>
                <a:cubicBezTo>
                  <a:pt x="867091" y="6359370"/>
                  <a:pt x="825181" y="6399376"/>
                  <a:pt x="825181" y="6455574"/>
                </a:cubicBezTo>
                <a:cubicBezTo>
                  <a:pt x="825181" y="6511772"/>
                  <a:pt x="880426" y="6551778"/>
                  <a:pt x="922336" y="6551778"/>
                </a:cubicBezTo>
                <a:cubicBezTo>
                  <a:pt x="964246" y="6551778"/>
                  <a:pt x="1003298" y="6526060"/>
                  <a:pt x="1013776" y="6482244"/>
                </a:cubicBezTo>
                <a:lnTo>
                  <a:pt x="973771" y="6482244"/>
                </a:lnTo>
                <a:cubicBezTo>
                  <a:pt x="967103" y="6504152"/>
                  <a:pt x="948053" y="6517488"/>
                  <a:pt x="923288" y="6517488"/>
                </a:cubicBezTo>
                <a:cubicBezTo>
                  <a:pt x="888046" y="6517488"/>
                  <a:pt x="865186" y="6490817"/>
                  <a:pt x="865186" y="6455574"/>
                </a:cubicBezTo>
                <a:cubicBezTo>
                  <a:pt x="865186" y="6420331"/>
                  <a:pt x="888046" y="6393661"/>
                  <a:pt x="923288" y="6393661"/>
                </a:cubicBezTo>
                <a:cubicBezTo>
                  <a:pt x="947101" y="6393661"/>
                  <a:pt x="966151" y="6406996"/>
                  <a:pt x="972818" y="6428904"/>
                </a:cubicBezTo>
                <a:lnTo>
                  <a:pt x="1013776" y="6428904"/>
                </a:lnTo>
                <a:cubicBezTo>
                  <a:pt x="1002346" y="6385088"/>
                  <a:pt x="977581" y="6359370"/>
                  <a:pt x="922336" y="6359370"/>
                </a:cubicBezTo>
                <a:close/>
                <a:moveTo>
                  <a:pt x="646112" y="6339367"/>
                </a:moveTo>
                <a:cubicBezTo>
                  <a:pt x="634682" y="6354607"/>
                  <a:pt x="626109" y="6370800"/>
                  <a:pt x="619442" y="6387945"/>
                </a:cubicBezTo>
                <a:cubicBezTo>
                  <a:pt x="666114" y="6395565"/>
                  <a:pt x="707072" y="6420331"/>
                  <a:pt x="735647" y="6455574"/>
                </a:cubicBezTo>
                <a:cubicBezTo>
                  <a:pt x="747077" y="6441286"/>
                  <a:pt x="757554" y="6425093"/>
                  <a:pt x="764222" y="6407948"/>
                </a:cubicBezTo>
                <a:cubicBezTo>
                  <a:pt x="732789" y="6375563"/>
                  <a:pt x="691832" y="6350797"/>
                  <a:pt x="646112" y="6339367"/>
                </a:cubicBezTo>
                <a:close/>
                <a:moveTo>
                  <a:pt x="0" y="0"/>
                </a:moveTo>
                <a:lnTo>
                  <a:pt x="8040688" y="0"/>
                </a:lnTo>
                <a:lnTo>
                  <a:pt x="804068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80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</a:t>
            </a:r>
            <a:r>
              <a:rPr lang="en-GB" noProof="0" dirty="0"/>
              <a:t>center</a:t>
            </a:r>
            <a:r>
              <a:rPr lang="en-US" dirty="0"/>
              <a:t> icon to insert light 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DCDF42-4795-B9BB-A09E-30C7785E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40683" y="0"/>
            <a:ext cx="4151314" cy="3428999"/>
          </a:xfrm>
          <a:prstGeom prst="rect">
            <a:avLst/>
          </a:prstGeom>
          <a:gradFill>
            <a:gsLst>
              <a:gs pos="85000">
                <a:schemeClr val="accent1"/>
              </a:gs>
              <a:gs pos="15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F2E5A3-55A9-35F4-3B8B-B4FDDD90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1" r="15951"/>
          <a:stretch/>
        </p:blipFill>
        <p:spPr>
          <a:xfrm>
            <a:off x="8040689" y="3428999"/>
            <a:ext cx="4151312" cy="3429001"/>
          </a:xfrm>
          <a:prstGeom prst="rect">
            <a:avLst/>
          </a:prstGeom>
        </p:spPr>
      </p:pic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294BFB3D-8653-F8BB-E3B2-7D7BFC091D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5421" y="627124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tx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15A28B-D58E-716B-17B3-97619E7F95A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5421" y="2066987"/>
            <a:ext cx="3024000" cy="78120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C7CE8EE-CC8D-2E5F-9BEA-0C8DABDDFC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5421" y="3906838"/>
            <a:ext cx="3024000" cy="1620837"/>
          </a:xfrm>
        </p:spPr>
        <p:txBody>
          <a:bodyPr anchor="b" anchorCtr="0"/>
          <a:lstStyle>
            <a:lvl1pPr marL="0" indent="0" algn="ctr">
              <a:buNone/>
              <a:defRPr sz="12000" spc="-300" baseline="0">
                <a:solidFill>
                  <a:schemeClr val="accent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0%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8B54CE3D-7DB3-3908-6F56-2737E451B0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5421" y="5346701"/>
            <a:ext cx="3024000" cy="78263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87207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 Text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911CF731-2F05-DD7D-AA0C-2C0C2EA92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40687" y="0"/>
            <a:ext cx="4151314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tIns="108000" anchor="t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icon to insert top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368828"/>
            <a:ext cx="6954797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753852"/>
            <a:ext cx="6954795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6954794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11950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Text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368828"/>
            <a:ext cx="5076001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753852"/>
            <a:ext cx="5076001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5076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911CF731-2F05-DD7D-AA0C-2C0C2EA92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1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tIns="108000" anchor="t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icon to insert top image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87630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50 - 6x Icons Text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368828"/>
            <a:ext cx="5076001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753852"/>
            <a:ext cx="5076001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19F5F05A-E26E-D735-DE2E-A8CB3F133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51231" y="1815304"/>
            <a:ext cx="432000" cy="432000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3025" y="1808162"/>
            <a:ext cx="4283839" cy="439142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B96A6EDC-6954-7A0D-52AF-14FED0F9A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51231" y="2532854"/>
            <a:ext cx="432000" cy="432000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A67A720-734C-2B92-0CA8-59D525029F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3025" y="2525712"/>
            <a:ext cx="4283839" cy="438929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15">
            <a:extLst>
              <a:ext uri="{FF2B5EF4-FFF2-40B4-BE49-F238E27FC236}">
                <a16:creationId xmlns:a16="http://schemas.microsoft.com/office/drawing/2014/main" id="{0CEAB8BF-9110-618D-A8D5-EED4A7C1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51231" y="3263104"/>
            <a:ext cx="432000" cy="432000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39B214F-5488-B94D-C0F4-7C315CF9768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43025" y="3255962"/>
            <a:ext cx="4283839" cy="438929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8A83B0FC-4056-C030-A859-FCB25E7D3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1231" y="4018754"/>
            <a:ext cx="432000" cy="432000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23EB7C1-8B92-179C-F19B-7F4FA8CC39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43025" y="4011612"/>
            <a:ext cx="4283839" cy="438929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3CE4A28-B543-9BE0-9AFD-E95B5094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1231" y="4780754"/>
            <a:ext cx="432000" cy="432000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C84A1A6-E190-A689-DEB3-2524677C090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43025" y="4773612"/>
            <a:ext cx="4283839" cy="438929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36E2DA8B-BE76-042E-D6E2-36C4A15B5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51231" y="5517354"/>
            <a:ext cx="432000" cy="432000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1E8E143E-9160-2E46-E449-29D95FAB479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43025" y="5510212"/>
            <a:ext cx="4283839" cy="438928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911CF731-2F05-DD7D-AA0C-2C0C2EA92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1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tIns="108000" anchor="t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icon to insert top image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99866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2x Image st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21FEA4-99B7-D7D2-C66A-489E89D4E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1" y="3429000"/>
            <a:ext cx="6096000" cy="3429000"/>
          </a:xfrm>
          <a:custGeom>
            <a:avLst/>
            <a:gdLst>
              <a:gd name="connsiteX0" fmla="*/ 0 w 6096000"/>
              <a:gd name="connsiteY0" fmla="*/ 0 h 3429000"/>
              <a:gd name="connsiteX1" fmla="*/ 6096000 w 6096000"/>
              <a:gd name="connsiteY1" fmla="*/ 0 h 3429000"/>
              <a:gd name="connsiteX2" fmla="*/ 6096000 w 6096000"/>
              <a:gd name="connsiteY2" fmla="*/ 3429000 h 3429000"/>
              <a:gd name="connsiteX3" fmla="*/ 0 w 6096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icon to insert bottom image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911CF731-2F05-DD7D-AA0C-2C0C2EA92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1" y="0"/>
            <a:ext cx="6096000" cy="3429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tIns="108000" anchor="t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icon to insert top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5076000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3852"/>
            <a:ext cx="5076000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4" y="1808163"/>
            <a:ext cx="5076000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2552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plit - 3x Col /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8867A9-9407-75CF-0561-28134BDEE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29338"/>
            <a:ext cx="227965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B4BC472-7597-C294-BE60-B55F1AB9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3429000"/>
            <a:ext cx="12192000" cy="3429000"/>
          </a:xfrm>
          <a:custGeom>
            <a:avLst/>
            <a:gdLst>
              <a:gd name="connsiteX0" fmla="*/ 1579559 w 12192000"/>
              <a:gd name="connsiteY0" fmla="*/ 3067532 h 3429000"/>
              <a:gd name="connsiteX1" fmla="*/ 1579559 w 12192000"/>
              <a:gd name="connsiteY1" fmla="*/ 3076105 h 3429000"/>
              <a:gd name="connsiteX2" fmla="*/ 1555747 w 12192000"/>
              <a:gd name="connsiteY2" fmla="*/ 3098013 h 3429000"/>
              <a:gd name="connsiteX3" fmla="*/ 1538602 w 12192000"/>
              <a:gd name="connsiteY3" fmla="*/ 3083725 h 3429000"/>
              <a:gd name="connsiteX4" fmla="*/ 1555747 w 12192000"/>
              <a:gd name="connsiteY4" fmla="*/ 3070390 h 3429000"/>
              <a:gd name="connsiteX5" fmla="*/ 1569082 w 12192000"/>
              <a:gd name="connsiteY5" fmla="*/ 3070390 h 3429000"/>
              <a:gd name="connsiteX6" fmla="*/ 1579559 w 12192000"/>
              <a:gd name="connsiteY6" fmla="*/ 3067532 h 3429000"/>
              <a:gd name="connsiteX7" fmla="*/ 1162365 w 12192000"/>
              <a:gd name="connsiteY7" fmla="*/ 3067532 h 3429000"/>
              <a:gd name="connsiteX8" fmla="*/ 1162365 w 12192000"/>
              <a:gd name="connsiteY8" fmla="*/ 3076105 h 3429000"/>
              <a:gd name="connsiteX9" fmla="*/ 1138553 w 12192000"/>
              <a:gd name="connsiteY9" fmla="*/ 3098013 h 3429000"/>
              <a:gd name="connsiteX10" fmla="*/ 1121408 w 12192000"/>
              <a:gd name="connsiteY10" fmla="*/ 3083725 h 3429000"/>
              <a:gd name="connsiteX11" fmla="*/ 1138553 w 12192000"/>
              <a:gd name="connsiteY11" fmla="*/ 3070390 h 3429000"/>
              <a:gd name="connsiteX12" fmla="*/ 1151888 w 12192000"/>
              <a:gd name="connsiteY12" fmla="*/ 3070390 h 3429000"/>
              <a:gd name="connsiteX13" fmla="*/ 1162365 w 12192000"/>
              <a:gd name="connsiteY13" fmla="*/ 3067532 h 3429000"/>
              <a:gd name="connsiteX14" fmla="*/ 736599 w 12192000"/>
              <a:gd name="connsiteY14" fmla="*/ 3026574 h 3429000"/>
              <a:gd name="connsiteX15" fmla="*/ 619442 w 12192000"/>
              <a:gd name="connsiteY15" fmla="*/ 3094203 h 3429000"/>
              <a:gd name="connsiteX16" fmla="*/ 632777 w 12192000"/>
              <a:gd name="connsiteY16" fmla="*/ 3123731 h 3429000"/>
              <a:gd name="connsiteX17" fmla="*/ 646112 w 12192000"/>
              <a:gd name="connsiteY17" fmla="*/ 3142781 h 3429000"/>
              <a:gd name="connsiteX18" fmla="*/ 765174 w 12192000"/>
              <a:gd name="connsiteY18" fmla="*/ 3074200 h 3429000"/>
              <a:gd name="connsiteX19" fmla="*/ 736599 w 12192000"/>
              <a:gd name="connsiteY19" fmla="*/ 3026574 h 3429000"/>
              <a:gd name="connsiteX20" fmla="*/ 1781490 w 12192000"/>
              <a:gd name="connsiteY20" fmla="*/ 3023716 h 3429000"/>
              <a:gd name="connsiteX21" fmla="*/ 1808160 w 12192000"/>
              <a:gd name="connsiteY21" fmla="*/ 3045624 h 3429000"/>
              <a:gd name="connsiteX22" fmla="*/ 1753867 w 12192000"/>
              <a:gd name="connsiteY22" fmla="*/ 3045624 h 3429000"/>
              <a:gd name="connsiteX23" fmla="*/ 1781490 w 12192000"/>
              <a:gd name="connsiteY23" fmla="*/ 3023716 h 3429000"/>
              <a:gd name="connsiteX24" fmla="*/ 1309050 w 12192000"/>
              <a:gd name="connsiteY24" fmla="*/ 2997999 h 3429000"/>
              <a:gd name="connsiteX25" fmla="*/ 1309050 w 12192000"/>
              <a:gd name="connsiteY25" fmla="*/ 3027526 h 3429000"/>
              <a:gd name="connsiteX26" fmla="*/ 1326195 w 12192000"/>
              <a:gd name="connsiteY26" fmla="*/ 3027526 h 3429000"/>
              <a:gd name="connsiteX27" fmla="*/ 1326195 w 12192000"/>
              <a:gd name="connsiteY27" fmla="*/ 3119920 h 3429000"/>
              <a:gd name="connsiteX28" fmla="*/ 1360485 w 12192000"/>
              <a:gd name="connsiteY28" fmla="*/ 3119920 h 3429000"/>
              <a:gd name="connsiteX29" fmla="*/ 1360485 w 12192000"/>
              <a:gd name="connsiteY29" fmla="*/ 2997999 h 3429000"/>
              <a:gd name="connsiteX30" fmla="*/ 1372868 w 12192000"/>
              <a:gd name="connsiteY30" fmla="*/ 2997998 h 3429000"/>
              <a:gd name="connsiteX31" fmla="*/ 1414778 w 12192000"/>
              <a:gd name="connsiteY31" fmla="*/ 3119920 h 3429000"/>
              <a:gd name="connsiteX32" fmla="*/ 1457640 w 12192000"/>
              <a:gd name="connsiteY32" fmla="*/ 3119920 h 3429000"/>
              <a:gd name="connsiteX33" fmla="*/ 1501455 w 12192000"/>
              <a:gd name="connsiteY33" fmla="*/ 2997998 h 3429000"/>
              <a:gd name="connsiteX34" fmla="*/ 1465260 w 12192000"/>
              <a:gd name="connsiteY34" fmla="*/ 2997998 h 3429000"/>
              <a:gd name="connsiteX35" fmla="*/ 1437638 w 12192000"/>
              <a:gd name="connsiteY35" fmla="*/ 3082772 h 3429000"/>
              <a:gd name="connsiteX36" fmla="*/ 1410015 w 12192000"/>
              <a:gd name="connsiteY36" fmla="*/ 2997998 h 3429000"/>
              <a:gd name="connsiteX37" fmla="*/ 1781490 w 12192000"/>
              <a:gd name="connsiteY37" fmla="*/ 2996093 h 3429000"/>
              <a:gd name="connsiteX38" fmla="*/ 1718625 w 12192000"/>
              <a:gd name="connsiteY38" fmla="*/ 3059912 h 3429000"/>
              <a:gd name="connsiteX39" fmla="*/ 1782442 w 12192000"/>
              <a:gd name="connsiteY39" fmla="*/ 3123730 h 3429000"/>
              <a:gd name="connsiteX40" fmla="*/ 1843402 w 12192000"/>
              <a:gd name="connsiteY40" fmla="*/ 3085629 h 3429000"/>
              <a:gd name="connsiteX41" fmla="*/ 1807207 w 12192000"/>
              <a:gd name="connsiteY41" fmla="*/ 3081819 h 3429000"/>
              <a:gd name="connsiteX42" fmla="*/ 1782442 w 12192000"/>
              <a:gd name="connsiteY42" fmla="*/ 3094202 h 3429000"/>
              <a:gd name="connsiteX43" fmla="*/ 1754820 w 12192000"/>
              <a:gd name="connsiteY43" fmla="*/ 3069437 h 3429000"/>
              <a:gd name="connsiteX44" fmla="*/ 1845307 w 12192000"/>
              <a:gd name="connsiteY44" fmla="*/ 3069437 h 3429000"/>
              <a:gd name="connsiteX45" fmla="*/ 1845307 w 12192000"/>
              <a:gd name="connsiteY45" fmla="*/ 3068484 h 3429000"/>
              <a:gd name="connsiteX46" fmla="*/ 1781490 w 12192000"/>
              <a:gd name="connsiteY46" fmla="*/ 2996093 h 3429000"/>
              <a:gd name="connsiteX47" fmla="*/ 1282380 w 12192000"/>
              <a:gd name="connsiteY47" fmla="*/ 2996093 h 3429000"/>
              <a:gd name="connsiteX48" fmla="*/ 1250947 w 12192000"/>
              <a:gd name="connsiteY48" fmla="*/ 3017048 h 3429000"/>
              <a:gd name="connsiteX49" fmla="*/ 1250947 w 12192000"/>
              <a:gd name="connsiteY49" fmla="*/ 2997998 h 3429000"/>
              <a:gd name="connsiteX50" fmla="*/ 1217610 w 12192000"/>
              <a:gd name="connsiteY50" fmla="*/ 2997998 h 3429000"/>
              <a:gd name="connsiteX51" fmla="*/ 1217610 w 12192000"/>
              <a:gd name="connsiteY51" fmla="*/ 3119920 h 3429000"/>
              <a:gd name="connsiteX52" fmla="*/ 1251900 w 12192000"/>
              <a:gd name="connsiteY52" fmla="*/ 3119920 h 3429000"/>
              <a:gd name="connsiteX53" fmla="*/ 1251900 w 12192000"/>
              <a:gd name="connsiteY53" fmla="*/ 3061817 h 3429000"/>
              <a:gd name="connsiteX54" fmla="*/ 1277617 w 12192000"/>
              <a:gd name="connsiteY54" fmla="*/ 3032289 h 3429000"/>
              <a:gd name="connsiteX55" fmla="*/ 1291905 w 12192000"/>
              <a:gd name="connsiteY55" fmla="*/ 3032289 h 3429000"/>
              <a:gd name="connsiteX56" fmla="*/ 1291905 w 12192000"/>
              <a:gd name="connsiteY56" fmla="*/ 2997046 h 3429000"/>
              <a:gd name="connsiteX57" fmla="*/ 1282380 w 12192000"/>
              <a:gd name="connsiteY57" fmla="*/ 2996093 h 3429000"/>
              <a:gd name="connsiteX58" fmla="*/ 1562414 w 12192000"/>
              <a:gd name="connsiteY58" fmla="*/ 2995141 h 3429000"/>
              <a:gd name="connsiteX59" fmla="*/ 1510027 w 12192000"/>
              <a:gd name="connsiteY59" fmla="*/ 3010381 h 3429000"/>
              <a:gd name="connsiteX60" fmla="*/ 1523362 w 12192000"/>
              <a:gd name="connsiteY60" fmla="*/ 3036099 h 3429000"/>
              <a:gd name="connsiteX61" fmla="*/ 1559557 w 12192000"/>
              <a:gd name="connsiteY61" fmla="*/ 3024669 h 3429000"/>
              <a:gd name="connsiteX62" fmla="*/ 1579559 w 12192000"/>
              <a:gd name="connsiteY62" fmla="*/ 3038957 h 3429000"/>
              <a:gd name="connsiteX63" fmla="*/ 1580512 w 12192000"/>
              <a:gd name="connsiteY63" fmla="*/ 3039909 h 3429000"/>
              <a:gd name="connsiteX64" fmla="*/ 1571939 w 12192000"/>
              <a:gd name="connsiteY64" fmla="*/ 3047529 h 3429000"/>
              <a:gd name="connsiteX65" fmla="*/ 1548127 w 12192000"/>
              <a:gd name="connsiteY65" fmla="*/ 3047529 h 3429000"/>
              <a:gd name="connsiteX66" fmla="*/ 1504312 w 12192000"/>
              <a:gd name="connsiteY66" fmla="*/ 3084677 h 3429000"/>
              <a:gd name="connsiteX67" fmla="*/ 1547174 w 12192000"/>
              <a:gd name="connsiteY67" fmla="*/ 3122778 h 3429000"/>
              <a:gd name="connsiteX68" fmla="*/ 1581464 w 12192000"/>
              <a:gd name="connsiteY68" fmla="*/ 3108490 h 3429000"/>
              <a:gd name="connsiteX69" fmla="*/ 1581464 w 12192000"/>
              <a:gd name="connsiteY69" fmla="*/ 3119920 h 3429000"/>
              <a:gd name="connsiteX70" fmla="*/ 1615754 w 12192000"/>
              <a:gd name="connsiteY70" fmla="*/ 3119920 h 3429000"/>
              <a:gd name="connsiteX71" fmla="*/ 1615754 w 12192000"/>
              <a:gd name="connsiteY71" fmla="*/ 3039909 h 3429000"/>
              <a:gd name="connsiteX72" fmla="*/ 1562414 w 12192000"/>
              <a:gd name="connsiteY72" fmla="*/ 2995141 h 3429000"/>
              <a:gd name="connsiteX73" fmla="*/ 1145220 w 12192000"/>
              <a:gd name="connsiteY73" fmla="*/ 2995141 h 3429000"/>
              <a:gd name="connsiteX74" fmla="*/ 1092833 w 12192000"/>
              <a:gd name="connsiteY74" fmla="*/ 3010381 h 3429000"/>
              <a:gd name="connsiteX75" fmla="*/ 1106168 w 12192000"/>
              <a:gd name="connsiteY75" fmla="*/ 3036099 h 3429000"/>
              <a:gd name="connsiteX76" fmla="*/ 1142363 w 12192000"/>
              <a:gd name="connsiteY76" fmla="*/ 3024669 h 3429000"/>
              <a:gd name="connsiteX77" fmla="*/ 1162365 w 12192000"/>
              <a:gd name="connsiteY77" fmla="*/ 3038957 h 3429000"/>
              <a:gd name="connsiteX78" fmla="*/ 1163318 w 12192000"/>
              <a:gd name="connsiteY78" fmla="*/ 3039909 h 3429000"/>
              <a:gd name="connsiteX79" fmla="*/ 1154745 w 12192000"/>
              <a:gd name="connsiteY79" fmla="*/ 3047529 h 3429000"/>
              <a:gd name="connsiteX80" fmla="*/ 1130933 w 12192000"/>
              <a:gd name="connsiteY80" fmla="*/ 3047529 h 3429000"/>
              <a:gd name="connsiteX81" fmla="*/ 1087118 w 12192000"/>
              <a:gd name="connsiteY81" fmla="*/ 3084677 h 3429000"/>
              <a:gd name="connsiteX82" fmla="*/ 1129980 w 12192000"/>
              <a:gd name="connsiteY82" fmla="*/ 3122778 h 3429000"/>
              <a:gd name="connsiteX83" fmla="*/ 1164270 w 12192000"/>
              <a:gd name="connsiteY83" fmla="*/ 3108490 h 3429000"/>
              <a:gd name="connsiteX84" fmla="*/ 1164270 w 12192000"/>
              <a:gd name="connsiteY84" fmla="*/ 3119920 h 3429000"/>
              <a:gd name="connsiteX85" fmla="*/ 1198560 w 12192000"/>
              <a:gd name="connsiteY85" fmla="*/ 3119920 h 3429000"/>
              <a:gd name="connsiteX86" fmla="*/ 1198560 w 12192000"/>
              <a:gd name="connsiteY86" fmla="*/ 3039909 h 3429000"/>
              <a:gd name="connsiteX87" fmla="*/ 1145220 w 12192000"/>
              <a:gd name="connsiteY87" fmla="*/ 2995141 h 3429000"/>
              <a:gd name="connsiteX88" fmla="*/ 587056 w 12192000"/>
              <a:gd name="connsiteY88" fmla="*/ 2957040 h 3429000"/>
              <a:gd name="connsiteX89" fmla="*/ 564196 w 12192000"/>
              <a:gd name="connsiteY89" fmla="*/ 2957993 h 3429000"/>
              <a:gd name="connsiteX90" fmla="*/ 564196 w 12192000"/>
              <a:gd name="connsiteY90" fmla="*/ 3095155 h 3429000"/>
              <a:gd name="connsiteX91" fmla="*/ 587056 w 12192000"/>
              <a:gd name="connsiteY91" fmla="*/ 3097060 h 3429000"/>
              <a:gd name="connsiteX92" fmla="*/ 619441 w 12192000"/>
              <a:gd name="connsiteY92" fmla="*/ 3094202 h 3429000"/>
              <a:gd name="connsiteX93" fmla="*/ 613726 w 12192000"/>
              <a:gd name="connsiteY93" fmla="*/ 2977043 h 3429000"/>
              <a:gd name="connsiteX94" fmla="*/ 619441 w 12192000"/>
              <a:gd name="connsiteY94" fmla="*/ 2959898 h 3429000"/>
              <a:gd name="connsiteX95" fmla="*/ 587056 w 12192000"/>
              <a:gd name="connsiteY95" fmla="*/ 2957040 h 3429000"/>
              <a:gd name="connsiteX96" fmla="*/ 1647187 w 12192000"/>
              <a:gd name="connsiteY96" fmla="*/ 2952278 h 3429000"/>
              <a:gd name="connsiteX97" fmla="*/ 1647187 w 12192000"/>
              <a:gd name="connsiteY97" fmla="*/ 2998951 h 3429000"/>
              <a:gd name="connsiteX98" fmla="*/ 1628137 w 12192000"/>
              <a:gd name="connsiteY98" fmla="*/ 2998951 h 3429000"/>
              <a:gd name="connsiteX99" fmla="*/ 1628137 w 12192000"/>
              <a:gd name="connsiteY99" fmla="*/ 3028479 h 3429000"/>
              <a:gd name="connsiteX100" fmla="*/ 1647187 w 12192000"/>
              <a:gd name="connsiteY100" fmla="*/ 3028479 h 3429000"/>
              <a:gd name="connsiteX101" fmla="*/ 1647187 w 12192000"/>
              <a:gd name="connsiteY101" fmla="*/ 3095155 h 3429000"/>
              <a:gd name="connsiteX102" fmla="*/ 1682429 w 12192000"/>
              <a:gd name="connsiteY102" fmla="*/ 3122778 h 3429000"/>
              <a:gd name="connsiteX103" fmla="*/ 1709099 w 12192000"/>
              <a:gd name="connsiteY103" fmla="*/ 3120873 h 3429000"/>
              <a:gd name="connsiteX104" fmla="*/ 1709099 w 12192000"/>
              <a:gd name="connsiteY104" fmla="*/ 3091345 h 3429000"/>
              <a:gd name="connsiteX105" fmla="*/ 1692907 w 12192000"/>
              <a:gd name="connsiteY105" fmla="*/ 3091345 h 3429000"/>
              <a:gd name="connsiteX106" fmla="*/ 1681477 w 12192000"/>
              <a:gd name="connsiteY106" fmla="*/ 3082772 h 3429000"/>
              <a:gd name="connsiteX107" fmla="*/ 1681477 w 12192000"/>
              <a:gd name="connsiteY107" fmla="*/ 3027526 h 3429000"/>
              <a:gd name="connsiteX108" fmla="*/ 1708147 w 12192000"/>
              <a:gd name="connsiteY108" fmla="*/ 3027526 h 3429000"/>
              <a:gd name="connsiteX109" fmla="*/ 1708147 w 12192000"/>
              <a:gd name="connsiteY109" fmla="*/ 2997998 h 3429000"/>
              <a:gd name="connsiteX110" fmla="*/ 1681477 w 12192000"/>
              <a:gd name="connsiteY110" fmla="*/ 2997998 h 3429000"/>
              <a:gd name="connsiteX111" fmla="*/ 1681477 w 12192000"/>
              <a:gd name="connsiteY111" fmla="*/ 2952278 h 3429000"/>
              <a:gd name="connsiteX112" fmla="*/ 1341435 w 12192000"/>
              <a:gd name="connsiteY112" fmla="*/ 2934180 h 3429000"/>
              <a:gd name="connsiteX113" fmla="*/ 1319527 w 12192000"/>
              <a:gd name="connsiteY113" fmla="*/ 2956088 h 3429000"/>
              <a:gd name="connsiteX114" fmla="*/ 1341435 w 12192000"/>
              <a:gd name="connsiteY114" fmla="*/ 2977996 h 3429000"/>
              <a:gd name="connsiteX115" fmla="*/ 1363342 w 12192000"/>
              <a:gd name="connsiteY115" fmla="*/ 2956088 h 3429000"/>
              <a:gd name="connsiteX116" fmla="*/ 1341435 w 12192000"/>
              <a:gd name="connsiteY116" fmla="*/ 2934180 h 3429000"/>
              <a:gd name="connsiteX117" fmla="*/ 1032826 w 12192000"/>
              <a:gd name="connsiteY117" fmla="*/ 2934180 h 3429000"/>
              <a:gd name="connsiteX118" fmla="*/ 1032826 w 12192000"/>
              <a:gd name="connsiteY118" fmla="*/ 3119920 h 3429000"/>
              <a:gd name="connsiteX119" fmla="*/ 1067116 w 12192000"/>
              <a:gd name="connsiteY119" fmla="*/ 3119920 h 3429000"/>
              <a:gd name="connsiteX120" fmla="*/ 1067116 w 12192000"/>
              <a:gd name="connsiteY120" fmla="*/ 2934180 h 3429000"/>
              <a:gd name="connsiteX121" fmla="*/ 922336 w 12192000"/>
              <a:gd name="connsiteY121" fmla="*/ 2930370 h 3429000"/>
              <a:gd name="connsiteX122" fmla="*/ 825181 w 12192000"/>
              <a:gd name="connsiteY122" fmla="*/ 3026574 h 3429000"/>
              <a:gd name="connsiteX123" fmla="*/ 922336 w 12192000"/>
              <a:gd name="connsiteY123" fmla="*/ 3122778 h 3429000"/>
              <a:gd name="connsiteX124" fmla="*/ 1013776 w 12192000"/>
              <a:gd name="connsiteY124" fmla="*/ 3053244 h 3429000"/>
              <a:gd name="connsiteX125" fmla="*/ 973771 w 12192000"/>
              <a:gd name="connsiteY125" fmla="*/ 3053244 h 3429000"/>
              <a:gd name="connsiteX126" fmla="*/ 923288 w 12192000"/>
              <a:gd name="connsiteY126" fmla="*/ 3088488 h 3429000"/>
              <a:gd name="connsiteX127" fmla="*/ 865186 w 12192000"/>
              <a:gd name="connsiteY127" fmla="*/ 3026574 h 3429000"/>
              <a:gd name="connsiteX128" fmla="*/ 923288 w 12192000"/>
              <a:gd name="connsiteY128" fmla="*/ 2964661 h 3429000"/>
              <a:gd name="connsiteX129" fmla="*/ 972818 w 12192000"/>
              <a:gd name="connsiteY129" fmla="*/ 2999904 h 3429000"/>
              <a:gd name="connsiteX130" fmla="*/ 1013776 w 12192000"/>
              <a:gd name="connsiteY130" fmla="*/ 2999904 h 3429000"/>
              <a:gd name="connsiteX131" fmla="*/ 922336 w 12192000"/>
              <a:gd name="connsiteY131" fmla="*/ 2930370 h 3429000"/>
              <a:gd name="connsiteX132" fmla="*/ 646112 w 12192000"/>
              <a:gd name="connsiteY132" fmla="*/ 2910367 h 3429000"/>
              <a:gd name="connsiteX133" fmla="*/ 619442 w 12192000"/>
              <a:gd name="connsiteY133" fmla="*/ 2958945 h 3429000"/>
              <a:gd name="connsiteX134" fmla="*/ 735647 w 12192000"/>
              <a:gd name="connsiteY134" fmla="*/ 3026574 h 3429000"/>
              <a:gd name="connsiteX135" fmla="*/ 764222 w 12192000"/>
              <a:gd name="connsiteY135" fmla="*/ 2978948 h 3429000"/>
              <a:gd name="connsiteX136" fmla="*/ 646112 w 12192000"/>
              <a:gd name="connsiteY136" fmla="*/ 2910367 h 3429000"/>
              <a:gd name="connsiteX137" fmla="*/ 0 w 12192000"/>
              <a:gd name="connsiteY137" fmla="*/ 0 h 3429000"/>
              <a:gd name="connsiteX138" fmla="*/ 12192000 w 12192000"/>
              <a:gd name="connsiteY138" fmla="*/ 0 h 3429000"/>
              <a:gd name="connsiteX139" fmla="*/ 12192000 w 12192000"/>
              <a:gd name="connsiteY139" fmla="*/ 3429000 h 3429000"/>
              <a:gd name="connsiteX140" fmla="*/ 8040688 w 12192000"/>
              <a:gd name="connsiteY140" fmla="*/ 3429000 h 3429000"/>
              <a:gd name="connsiteX141" fmla="*/ 7499776 w 12192000"/>
              <a:gd name="connsiteY141" fmla="*/ 3429000 h 3429000"/>
              <a:gd name="connsiteX142" fmla="*/ 0 w 12192000"/>
              <a:gd name="connsiteY142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3429000">
                <a:moveTo>
                  <a:pt x="1579559" y="3067532"/>
                </a:moveTo>
                <a:lnTo>
                  <a:pt x="1579559" y="3076105"/>
                </a:lnTo>
                <a:cubicBezTo>
                  <a:pt x="1579559" y="3091345"/>
                  <a:pt x="1566224" y="3098013"/>
                  <a:pt x="1555747" y="3098013"/>
                </a:cubicBezTo>
                <a:cubicBezTo>
                  <a:pt x="1545269" y="3098013"/>
                  <a:pt x="1538602" y="3092298"/>
                  <a:pt x="1538602" y="3083725"/>
                </a:cubicBezTo>
                <a:cubicBezTo>
                  <a:pt x="1538602" y="3075152"/>
                  <a:pt x="1545269" y="3070390"/>
                  <a:pt x="1555747" y="3070390"/>
                </a:cubicBezTo>
                <a:lnTo>
                  <a:pt x="1569082" y="3070390"/>
                </a:lnTo>
                <a:cubicBezTo>
                  <a:pt x="1573844" y="3070390"/>
                  <a:pt x="1577654" y="3069437"/>
                  <a:pt x="1579559" y="3067532"/>
                </a:cubicBezTo>
                <a:close/>
                <a:moveTo>
                  <a:pt x="1162365" y="3067532"/>
                </a:moveTo>
                <a:lnTo>
                  <a:pt x="1162365" y="3076105"/>
                </a:lnTo>
                <a:cubicBezTo>
                  <a:pt x="1162365" y="3091345"/>
                  <a:pt x="1149030" y="3098013"/>
                  <a:pt x="1138553" y="3098013"/>
                </a:cubicBezTo>
                <a:cubicBezTo>
                  <a:pt x="1128075" y="3098013"/>
                  <a:pt x="1121408" y="3092298"/>
                  <a:pt x="1121408" y="3083725"/>
                </a:cubicBezTo>
                <a:cubicBezTo>
                  <a:pt x="1121408" y="3075152"/>
                  <a:pt x="1128075" y="3070390"/>
                  <a:pt x="1138553" y="3070390"/>
                </a:cubicBezTo>
                <a:lnTo>
                  <a:pt x="1151888" y="3070390"/>
                </a:lnTo>
                <a:cubicBezTo>
                  <a:pt x="1156650" y="3070390"/>
                  <a:pt x="1160460" y="3069437"/>
                  <a:pt x="1162365" y="3067532"/>
                </a:cubicBezTo>
                <a:close/>
                <a:moveTo>
                  <a:pt x="736599" y="3026574"/>
                </a:moveTo>
                <a:cubicBezTo>
                  <a:pt x="707072" y="3061817"/>
                  <a:pt x="666114" y="3086582"/>
                  <a:pt x="619442" y="3094203"/>
                </a:cubicBezTo>
                <a:cubicBezTo>
                  <a:pt x="623252" y="3103728"/>
                  <a:pt x="628014" y="3114205"/>
                  <a:pt x="632777" y="3123731"/>
                </a:cubicBezTo>
                <a:cubicBezTo>
                  <a:pt x="636587" y="3130398"/>
                  <a:pt x="641349" y="3137066"/>
                  <a:pt x="646112" y="3142781"/>
                </a:cubicBezTo>
                <a:cubicBezTo>
                  <a:pt x="691832" y="3131351"/>
                  <a:pt x="732789" y="3107538"/>
                  <a:pt x="765174" y="3074200"/>
                </a:cubicBezTo>
                <a:cubicBezTo>
                  <a:pt x="757554" y="3057054"/>
                  <a:pt x="748029" y="3040862"/>
                  <a:pt x="736599" y="3026574"/>
                </a:cubicBezTo>
                <a:close/>
                <a:moveTo>
                  <a:pt x="1781490" y="3023716"/>
                </a:moveTo>
                <a:cubicBezTo>
                  <a:pt x="1795777" y="3023716"/>
                  <a:pt x="1806255" y="3033241"/>
                  <a:pt x="1808160" y="3045624"/>
                </a:cubicBezTo>
                <a:lnTo>
                  <a:pt x="1753867" y="3045624"/>
                </a:lnTo>
                <a:cubicBezTo>
                  <a:pt x="1756725" y="3032289"/>
                  <a:pt x="1767202" y="3023716"/>
                  <a:pt x="1781490" y="3023716"/>
                </a:cubicBezTo>
                <a:close/>
                <a:moveTo>
                  <a:pt x="1309050" y="2997999"/>
                </a:moveTo>
                <a:lnTo>
                  <a:pt x="1309050" y="3027526"/>
                </a:lnTo>
                <a:lnTo>
                  <a:pt x="1326195" y="3027526"/>
                </a:lnTo>
                <a:lnTo>
                  <a:pt x="1326195" y="3119920"/>
                </a:lnTo>
                <a:lnTo>
                  <a:pt x="1360485" y="3119920"/>
                </a:lnTo>
                <a:lnTo>
                  <a:pt x="1360485" y="2997999"/>
                </a:lnTo>
                <a:close/>
                <a:moveTo>
                  <a:pt x="1372868" y="2997998"/>
                </a:moveTo>
                <a:lnTo>
                  <a:pt x="1414778" y="3119920"/>
                </a:lnTo>
                <a:lnTo>
                  <a:pt x="1457640" y="3119920"/>
                </a:lnTo>
                <a:lnTo>
                  <a:pt x="1501455" y="2997998"/>
                </a:lnTo>
                <a:lnTo>
                  <a:pt x="1465260" y="2997998"/>
                </a:lnTo>
                <a:lnTo>
                  <a:pt x="1437638" y="3082772"/>
                </a:lnTo>
                <a:lnTo>
                  <a:pt x="1410015" y="2997998"/>
                </a:lnTo>
                <a:close/>
                <a:moveTo>
                  <a:pt x="1781490" y="2996093"/>
                </a:moveTo>
                <a:cubicBezTo>
                  <a:pt x="1745295" y="2996093"/>
                  <a:pt x="1718625" y="3022763"/>
                  <a:pt x="1718625" y="3059912"/>
                </a:cubicBezTo>
                <a:cubicBezTo>
                  <a:pt x="1718625" y="3097060"/>
                  <a:pt x="1754820" y="3123730"/>
                  <a:pt x="1782442" y="3123730"/>
                </a:cubicBezTo>
                <a:cubicBezTo>
                  <a:pt x="1810065" y="3123730"/>
                  <a:pt x="1832925" y="3111347"/>
                  <a:pt x="1843402" y="3085629"/>
                </a:cubicBezTo>
                <a:lnTo>
                  <a:pt x="1807207" y="3081819"/>
                </a:lnTo>
                <a:cubicBezTo>
                  <a:pt x="1802445" y="3089439"/>
                  <a:pt x="1797682" y="3094202"/>
                  <a:pt x="1782442" y="3094202"/>
                </a:cubicBezTo>
                <a:cubicBezTo>
                  <a:pt x="1767202" y="3094202"/>
                  <a:pt x="1756725" y="3082772"/>
                  <a:pt x="1754820" y="3069437"/>
                </a:cubicBezTo>
                <a:lnTo>
                  <a:pt x="1845307" y="3069437"/>
                </a:lnTo>
                <a:lnTo>
                  <a:pt x="1845307" y="3068484"/>
                </a:lnTo>
                <a:cubicBezTo>
                  <a:pt x="1845307" y="3018001"/>
                  <a:pt x="1817685" y="2996093"/>
                  <a:pt x="1781490" y="2996093"/>
                </a:cubicBezTo>
                <a:close/>
                <a:moveTo>
                  <a:pt x="1282380" y="2996093"/>
                </a:moveTo>
                <a:cubicBezTo>
                  <a:pt x="1267140" y="2996093"/>
                  <a:pt x="1255710" y="3003713"/>
                  <a:pt x="1250947" y="3017048"/>
                </a:cubicBezTo>
                <a:lnTo>
                  <a:pt x="1250947" y="2997998"/>
                </a:lnTo>
                <a:lnTo>
                  <a:pt x="1217610" y="2997998"/>
                </a:lnTo>
                <a:lnTo>
                  <a:pt x="1217610" y="3119920"/>
                </a:lnTo>
                <a:lnTo>
                  <a:pt x="1251900" y="3119920"/>
                </a:lnTo>
                <a:lnTo>
                  <a:pt x="1251900" y="3061817"/>
                </a:lnTo>
                <a:cubicBezTo>
                  <a:pt x="1251900" y="3040861"/>
                  <a:pt x="1260472" y="3032289"/>
                  <a:pt x="1277617" y="3032289"/>
                </a:cubicBezTo>
                <a:lnTo>
                  <a:pt x="1291905" y="3032289"/>
                </a:lnTo>
                <a:cubicBezTo>
                  <a:pt x="1291905" y="3032289"/>
                  <a:pt x="1291905" y="2997046"/>
                  <a:pt x="1291905" y="2997046"/>
                </a:cubicBezTo>
                <a:cubicBezTo>
                  <a:pt x="1289047" y="2996093"/>
                  <a:pt x="1297620" y="2996093"/>
                  <a:pt x="1282380" y="2996093"/>
                </a:cubicBezTo>
                <a:close/>
                <a:moveTo>
                  <a:pt x="1562414" y="2995141"/>
                </a:moveTo>
                <a:cubicBezTo>
                  <a:pt x="1532887" y="2995141"/>
                  <a:pt x="1510027" y="3010381"/>
                  <a:pt x="1510027" y="3010381"/>
                </a:cubicBezTo>
                <a:lnTo>
                  <a:pt x="1523362" y="3036099"/>
                </a:lnTo>
                <a:cubicBezTo>
                  <a:pt x="1531934" y="3030384"/>
                  <a:pt x="1546222" y="3024669"/>
                  <a:pt x="1559557" y="3024669"/>
                </a:cubicBezTo>
                <a:cubicBezTo>
                  <a:pt x="1572892" y="3024669"/>
                  <a:pt x="1579559" y="3030384"/>
                  <a:pt x="1579559" y="3038957"/>
                </a:cubicBezTo>
                <a:lnTo>
                  <a:pt x="1580512" y="3039909"/>
                </a:lnTo>
                <a:cubicBezTo>
                  <a:pt x="1580512" y="3044672"/>
                  <a:pt x="1577654" y="3047529"/>
                  <a:pt x="1571939" y="3047529"/>
                </a:cubicBezTo>
                <a:lnTo>
                  <a:pt x="1548127" y="3047529"/>
                </a:lnTo>
                <a:cubicBezTo>
                  <a:pt x="1521457" y="3047529"/>
                  <a:pt x="1504312" y="3064675"/>
                  <a:pt x="1504312" y="3084677"/>
                </a:cubicBezTo>
                <a:cubicBezTo>
                  <a:pt x="1504312" y="3104680"/>
                  <a:pt x="1521457" y="3122778"/>
                  <a:pt x="1547174" y="3122778"/>
                </a:cubicBezTo>
                <a:cubicBezTo>
                  <a:pt x="1561462" y="3122778"/>
                  <a:pt x="1574797" y="3118015"/>
                  <a:pt x="1581464" y="3108490"/>
                </a:cubicBezTo>
                <a:lnTo>
                  <a:pt x="1581464" y="3119920"/>
                </a:lnTo>
                <a:lnTo>
                  <a:pt x="1615754" y="3119920"/>
                </a:lnTo>
                <a:lnTo>
                  <a:pt x="1615754" y="3039909"/>
                </a:lnTo>
                <a:cubicBezTo>
                  <a:pt x="1615754" y="3007524"/>
                  <a:pt x="1591942" y="2995141"/>
                  <a:pt x="1562414" y="2995141"/>
                </a:cubicBezTo>
                <a:close/>
                <a:moveTo>
                  <a:pt x="1145220" y="2995141"/>
                </a:moveTo>
                <a:cubicBezTo>
                  <a:pt x="1115693" y="2995141"/>
                  <a:pt x="1092833" y="3010381"/>
                  <a:pt x="1092833" y="3010381"/>
                </a:cubicBezTo>
                <a:lnTo>
                  <a:pt x="1106168" y="3036099"/>
                </a:lnTo>
                <a:cubicBezTo>
                  <a:pt x="1114740" y="3030384"/>
                  <a:pt x="1129028" y="3024669"/>
                  <a:pt x="1142363" y="3024669"/>
                </a:cubicBezTo>
                <a:cubicBezTo>
                  <a:pt x="1155698" y="3024669"/>
                  <a:pt x="1162365" y="3030384"/>
                  <a:pt x="1162365" y="3038957"/>
                </a:cubicBezTo>
                <a:lnTo>
                  <a:pt x="1163318" y="3039909"/>
                </a:lnTo>
                <a:cubicBezTo>
                  <a:pt x="1163318" y="3044672"/>
                  <a:pt x="1160460" y="3047529"/>
                  <a:pt x="1154745" y="3047529"/>
                </a:cubicBezTo>
                <a:lnTo>
                  <a:pt x="1130933" y="3047529"/>
                </a:lnTo>
                <a:cubicBezTo>
                  <a:pt x="1104263" y="3047529"/>
                  <a:pt x="1087118" y="3064675"/>
                  <a:pt x="1087118" y="3084677"/>
                </a:cubicBezTo>
                <a:cubicBezTo>
                  <a:pt x="1087118" y="3104680"/>
                  <a:pt x="1104263" y="3122778"/>
                  <a:pt x="1129980" y="3122778"/>
                </a:cubicBezTo>
                <a:cubicBezTo>
                  <a:pt x="1144268" y="3122778"/>
                  <a:pt x="1157603" y="3118015"/>
                  <a:pt x="1164270" y="3108490"/>
                </a:cubicBezTo>
                <a:lnTo>
                  <a:pt x="1164270" y="3119920"/>
                </a:lnTo>
                <a:lnTo>
                  <a:pt x="1198560" y="3119920"/>
                </a:lnTo>
                <a:lnTo>
                  <a:pt x="1198560" y="3039909"/>
                </a:lnTo>
                <a:cubicBezTo>
                  <a:pt x="1198560" y="3007524"/>
                  <a:pt x="1174748" y="2995141"/>
                  <a:pt x="1145220" y="2995141"/>
                </a:cubicBezTo>
                <a:close/>
                <a:moveTo>
                  <a:pt x="587056" y="2957040"/>
                </a:moveTo>
                <a:cubicBezTo>
                  <a:pt x="575626" y="2957040"/>
                  <a:pt x="571816" y="2957040"/>
                  <a:pt x="564196" y="2957993"/>
                </a:cubicBezTo>
                <a:cubicBezTo>
                  <a:pt x="551814" y="3001808"/>
                  <a:pt x="550861" y="3049434"/>
                  <a:pt x="564196" y="3095155"/>
                </a:cubicBezTo>
                <a:cubicBezTo>
                  <a:pt x="571816" y="3095155"/>
                  <a:pt x="579436" y="3097060"/>
                  <a:pt x="587056" y="3097060"/>
                </a:cubicBezTo>
                <a:cubicBezTo>
                  <a:pt x="598486" y="3097060"/>
                  <a:pt x="608964" y="3096107"/>
                  <a:pt x="619441" y="3094202"/>
                </a:cubicBezTo>
                <a:cubicBezTo>
                  <a:pt x="605154" y="3057054"/>
                  <a:pt x="603249" y="3016096"/>
                  <a:pt x="613726" y="2977043"/>
                </a:cubicBezTo>
                <a:cubicBezTo>
                  <a:pt x="615631" y="2971328"/>
                  <a:pt x="617536" y="2965613"/>
                  <a:pt x="619441" y="2959898"/>
                </a:cubicBezTo>
                <a:cubicBezTo>
                  <a:pt x="608964" y="2957993"/>
                  <a:pt x="598486" y="2957040"/>
                  <a:pt x="587056" y="2957040"/>
                </a:cubicBezTo>
                <a:close/>
                <a:moveTo>
                  <a:pt x="1647187" y="2952278"/>
                </a:moveTo>
                <a:lnTo>
                  <a:pt x="1647187" y="2998951"/>
                </a:lnTo>
                <a:lnTo>
                  <a:pt x="1628137" y="2998951"/>
                </a:lnTo>
                <a:lnTo>
                  <a:pt x="1628137" y="3028479"/>
                </a:lnTo>
                <a:lnTo>
                  <a:pt x="1647187" y="3028479"/>
                </a:lnTo>
                <a:lnTo>
                  <a:pt x="1647187" y="3095155"/>
                </a:lnTo>
                <a:cubicBezTo>
                  <a:pt x="1647187" y="3119920"/>
                  <a:pt x="1665284" y="3122778"/>
                  <a:pt x="1682429" y="3122778"/>
                </a:cubicBezTo>
                <a:cubicBezTo>
                  <a:pt x="1691954" y="3122778"/>
                  <a:pt x="1709099" y="3120873"/>
                  <a:pt x="1709099" y="3120873"/>
                </a:cubicBezTo>
                <a:lnTo>
                  <a:pt x="1709099" y="3091345"/>
                </a:lnTo>
                <a:cubicBezTo>
                  <a:pt x="1709099" y="3091345"/>
                  <a:pt x="1701479" y="3091345"/>
                  <a:pt x="1692907" y="3091345"/>
                </a:cubicBezTo>
                <a:cubicBezTo>
                  <a:pt x="1687192" y="3091345"/>
                  <a:pt x="1681477" y="3090392"/>
                  <a:pt x="1681477" y="3082772"/>
                </a:cubicBezTo>
                <a:lnTo>
                  <a:pt x="1681477" y="3027526"/>
                </a:lnTo>
                <a:lnTo>
                  <a:pt x="1708147" y="3027526"/>
                </a:lnTo>
                <a:lnTo>
                  <a:pt x="1708147" y="2997998"/>
                </a:lnTo>
                <a:lnTo>
                  <a:pt x="1681477" y="2997998"/>
                </a:lnTo>
                <a:lnTo>
                  <a:pt x="1681477" y="2952278"/>
                </a:lnTo>
                <a:close/>
                <a:moveTo>
                  <a:pt x="1341435" y="2934180"/>
                </a:moveTo>
                <a:cubicBezTo>
                  <a:pt x="1329052" y="2934180"/>
                  <a:pt x="1319527" y="2943705"/>
                  <a:pt x="1319527" y="2956088"/>
                </a:cubicBezTo>
                <a:cubicBezTo>
                  <a:pt x="1319527" y="2968471"/>
                  <a:pt x="1329052" y="2977996"/>
                  <a:pt x="1341435" y="2977996"/>
                </a:cubicBezTo>
                <a:cubicBezTo>
                  <a:pt x="1353817" y="2977996"/>
                  <a:pt x="1363342" y="2967518"/>
                  <a:pt x="1363342" y="2956088"/>
                </a:cubicBezTo>
                <a:cubicBezTo>
                  <a:pt x="1363342" y="2944658"/>
                  <a:pt x="1353817" y="2934180"/>
                  <a:pt x="1341435" y="2934180"/>
                </a:cubicBezTo>
                <a:close/>
                <a:moveTo>
                  <a:pt x="1032826" y="2934180"/>
                </a:moveTo>
                <a:lnTo>
                  <a:pt x="1032826" y="3119920"/>
                </a:lnTo>
                <a:lnTo>
                  <a:pt x="1067116" y="3119920"/>
                </a:lnTo>
                <a:lnTo>
                  <a:pt x="1067116" y="2934180"/>
                </a:lnTo>
                <a:close/>
                <a:moveTo>
                  <a:pt x="922336" y="2930370"/>
                </a:moveTo>
                <a:cubicBezTo>
                  <a:pt x="867091" y="2930370"/>
                  <a:pt x="825181" y="2970376"/>
                  <a:pt x="825181" y="3026574"/>
                </a:cubicBezTo>
                <a:cubicBezTo>
                  <a:pt x="825181" y="3082772"/>
                  <a:pt x="880426" y="3122778"/>
                  <a:pt x="922336" y="3122778"/>
                </a:cubicBezTo>
                <a:cubicBezTo>
                  <a:pt x="964246" y="3122778"/>
                  <a:pt x="1003298" y="3097060"/>
                  <a:pt x="1013776" y="3053244"/>
                </a:cubicBezTo>
                <a:lnTo>
                  <a:pt x="973771" y="3053244"/>
                </a:lnTo>
                <a:cubicBezTo>
                  <a:pt x="967103" y="3075152"/>
                  <a:pt x="948053" y="3088488"/>
                  <a:pt x="923288" y="3088488"/>
                </a:cubicBezTo>
                <a:cubicBezTo>
                  <a:pt x="888046" y="3088488"/>
                  <a:pt x="865186" y="3061817"/>
                  <a:pt x="865186" y="3026574"/>
                </a:cubicBezTo>
                <a:cubicBezTo>
                  <a:pt x="865186" y="2991331"/>
                  <a:pt x="888046" y="2964661"/>
                  <a:pt x="923288" y="2964661"/>
                </a:cubicBezTo>
                <a:cubicBezTo>
                  <a:pt x="947101" y="2964661"/>
                  <a:pt x="966151" y="2977996"/>
                  <a:pt x="972818" y="2999904"/>
                </a:cubicBezTo>
                <a:lnTo>
                  <a:pt x="1013776" y="2999904"/>
                </a:lnTo>
                <a:cubicBezTo>
                  <a:pt x="1002346" y="2956088"/>
                  <a:pt x="977581" y="2930370"/>
                  <a:pt x="922336" y="2930370"/>
                </a:cubicBezTo>
                <a:close/>
                <a:moveTo>
                  <a:pt x="646112" y="2910367"/>
                </a:moveTo>
                <a:cubicBezTo>
                  <a:pt x="634682" y="2925607"/>
                  <a:pt x="626109" y="2941800"/>
                  <a:pt x="619442" y="2958945"/>
                </a:cubicBezTo>
                <a:cubicBezTo>
                  <a:pt x="666114" y="2966565"/>
                  <a:pt x="707072" y="2991331"/>
                  <a:pt x="735647" y="3026574"/>
                </a:cubicBezTo>
                <a:cubicBezTo>
                  <a:pt x="747077" y="3012286"/>
                  <a:pt x="757554" y="2996093"/>
                  <a:pt x="764222" y="2978948"/>
                </a:cubicBezTo>
                <a:cubicBezTo>
                  <a:pt x="732789" y="2946563"/>
                  <a:pt x="691832" y="2921797"/>
                  <a:pt x="646112" y="291036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040688" y="3429000"/>
                </a:lnTo>
                <a:lnTo>
                  <a:pt x="7499776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</a:t>
            </a:r>
            <a:r>
              <a:rPr lang="en-US" noProof="0" dirty="0"/>
              <a:t>center</a:t>
            </a:r>
            <a:r>
              <a:rPr lang="en-US" dirty="0"/>
              <a:t> icon to insert light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3823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10693823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41E26EB-9911-0A6E-407B-8667159EEC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1808164"/>
            <a:ext cx="3204000" cy="1441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45BEBC43-8186-4AEB-F4CF-271F011B03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5776" y="1808164"/>
            <a:ext cx="3204000" cy="144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42CC176-3CD8-0372-5942-EAD056B059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40687" y="1808164"/>
            <a:ext cx="3204000" cy="144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7" y="6348353"/>
            <a:ext cx="3292474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3226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plit - 3x Col /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8867A9-9407-75CF-0561-28134BDEE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29338"/>
            <a:ext cx="2279650" cy="728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CFA6BBC-586D-E0A3-EF35-77D4AFC29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3429000"/>
            <a:ext cx="12192000" cy="3429000"/>
          </a:xfrm>
          <a:custGeom>
            <a:avLst/>
            <a:gdLst>
              <a:gd name="connsiteX0" fmla="*/ 1579559 w 12192000"/>
              <a:gd name="connsiteY0" fmla="*/ 3067532 h 3429000"/>
              <a:gd name="connsiteX1" fmla="*/ 1579559 w 12192000"/>
              <a:gd name="connsiteY1" fmla="*/ 3076105 h 3429000"/>
              <a:gd name="connsiteX2" fmla="*/ 1555747 w 12192000"/>
              <a:gd name="connsiteY2" fmla="*/ 3098013 h 3429000"/>
              <a:gd name="connsiteX3" fmla="*/ 1538602 w 12192000"/>
              <a:gd name="connsiteY3" fmla="*/ 3083725 h 3429000"/>
              <a:gd name="connsiteX4" fmla="*/ 1555747 w 12192000"/>
              <a:gd name="connsiteY4" fmla="*/ 3070390 h 3429000"/>
              <a:gd name="connsiteX5" fmla="*/ 1569082 w 12192000"/>
              <a:gd name="connsiteY5" fmla="*/ 3070390 h 3429000"/>
              <a:gd name="connsiteX6" fmla="*/ 1579559 w 12192000"/>
              <a:gd name="connsiteY6" fmla="*/ 3067532 h 3429000"/>
              <a:gd name="connsiteX7" fmla="*/ 1162365 w 12192000"/>
              <a:gd name="connsiteY7" fmla="*/ 3067532 h 3429000"/>
              <a:gd name="connsiteX8" fmla="*/ 1162365 w 12192000"/>
              <a:gd name="connsiteY8" fmla="*/ 3076105 h 3429000"/>
              <a:gd name="connsiteX9" fmla="*/ 1138553 w 12192000"/>
              <a:gd name="connsiteY9" fmla="*/ 3098013 h 3429000"/>
              <a:gd name="connsiteX10" fmla="*/ 1121408 w 12192000"/>
              <a:gd name="connsiteY10" fmla="*/ 3083725 h 3429000"/>
              <a:gd name="connsiteX11" fmla="*/ 1138553 w 12192000"/>
              <a:gd name="connsiteY11" fmla="*/ 3070390 h 3429000"/>
              <a:gd name="connsiteX12" fmla="*/ 1151888 w 12192000"/>
              <a:gd name="connsiteY12" fmla="*/ 3070390 h 3429000"/>
              <a:gd name="connsiteX13" fmla="*/ 1162365 w 12192000"/>
              <a:gd name="connsiteY13" fmla="*/ 3067532 h 3429000"/>
              <a:gd name="connsiteX14" fmla="*/ 736599 w 12192000"/>
              <a:gd name="connsiteY14" fmla="*/ 3026574 h 3429000"/>
              <a:gd name="connsiteX15" fmla="*/ 619442 w 12192000"/>
              <a:gd name="connsiteY15" fmla="*/ 3094203 h 3429000"/>
              <a:gd name="connsiteX16" fmla="*/ 632777 w 12192000"/>
              <a:gd name="connsiteY16" fmla="*/ 3123731 h 3429000"/>
              <a:gd name="connsiteX17" fmla="*/ 646112 w 12192000"/>
              <a:gd name="connsiteY17" fmla="*/ 3142781 h 3429000"/>
              <a:gd name="connsiteX18" fmla="*/ 765174 w 12192000"/>
              <a:gd name="connsiteY18" fmla="*/ 3074200 h 3429000"/>
              <a:gd name="connsiteX19" fmla="*/ 736599 w 12192000"/>
              <a:gd name="connsiteY19" fmla="*/ 3026574 h 3429000"/>
              <a:gd name="connsiteX20" fmla="*/ 1781490 w 12192000"/>
              <a:gd name="connsiteY20" fmla="*/ 3023716 h 3429000"/>
              <a:gd name="connsiteX21" fmla="*/ 1808160 w 12192000"/>
              <a:gd name="connsiteY21" fmla="*/ 3045624 h 3429000"/>
              <a:gd name="connsiteX22" fmla="*/ 1753867 w 12192000"/>
              <a:gd name="connsiteY22" fmla="*/ 3045624 h 3429000"/>
              <a:gd name="connsiteX23" fmla="*/ 1781490 w 12192000"/>
              <a:gd name="connsiteY23" fmla="*/ 3023716 h 3429000"/>
              <a:gd name="connsiteX24" fmla="*/ 1309050 w 12192000"/>
              <a:gd name="connsiteY24" fmla="*/ 2997999 h 3429000"/>
              <a:gd name="connsiteX25" fmla="*/ 1309050 w 12192000"/>
              <a:gd name="connsiteY25" fmla="*/ 3027526 h 3429000"/>
              <a:gd name="connsiteX26" fmla="*/ 1326195 w 12192000"/>
              <a:gd name="connsiteY26" fmla="*/ 3027526 h 3429000"/>
              <a:gd name="connsiteX27" fmla="*/ 1326195 w 12192000"/>
              <a:gd name="connsiteY27" fmla="*/ 3119920 h 3429000"/>
              <a:gd name="connsiteX28" fmla="*/ 1360485 w 12192000"/>
              <a:gd name="connsiteY28" fmla="*/ 3119920 h 3429000"/>
              <a:gd name="connsiteX29" fmla="*/ 1360485 w 12192000"/>
              <a:gd name="connsiteY29" fmla="*/ 2997999 h 3429000"/>
              <a:gd name="connsiteX30" fmla="*/ 1372868 w 12192000"/>
              <a:gd name="connsiteY30" fmla="*/ 2997998 h 3429000"/>
              <a:gd name="connsiteX31" fmla="*/ 1414778 w 12192000"/>
              <a:gd name="connsiteY31" fmla="*/ 3119920 h 3429000"/>
              <a:gd name="connsiteX32" fmla="*/ 1457640 w 12192000"/>
              <a:gd name="connsiteY32" fmla="*/ 3119920 h 3429000"/>
              <a:gd name="connsiteX33" fmla="*/ 1501455 w 12192000"/>
              <a:gd name="connsiteY33" fmla="*/ 2997998 h 3429000"/>
              <a:gd name="connsiteX34" fmla="*/ 1465260 w 12192000"/>
              <a:gd name="connsiteY34" fmla="*/ 2997998 h 3429000"/>
              <a:gd name="connsiteX35" fmla="*/ 1437638 w 12192000"/>
              <a:gd name="connsiteY35" fmla="*/ 3082772 h 3429000"/>
              <a:gd name="connsiteX36" fmla="*/ 1410015 w 12192000"/>
              <a:gd name="connsiteY36" fmla="*/ 2997998 h 3429000"/>
              <a:gd name="connsiteX37" fmla="*/ 1781490 w 12192000"/>
              <a:gd name="connsiteY37" fmla="*/ 2996093 h 3429000"/>
              <a:gd name="connsiteX38" fmla="*/ 1718625 w 12192000"/>
              <a:gd name="connsiteY38" fmla="*/ 3059912 h 3429000"/>
              <a:gd name="connsiteX39" fmla="*/ 1782442 w 12192000"/>
              <a:gd name="connsiteY39" fmla="*/ 3123730 h 3429000"/>
              <a:gd name="connsiteX40" fmla="*/ 1843402 w 12192000"/>
              <a:gd name="connsiteY40" fmla="*/ 3085629 h 3429000"/>
              <a:gd name="connsiteX41" fmla="*/ 1807207 w 12192000"/>
              <a:gd name="connsiteY41" fmla="*/ 3081819 h 3429000"/>
              <a:gd name="connsiteX42" fmla="*/ 1782442 w 12192000"/>
              <a:gd name="connsiteY42" fmla="*/ 3094202 h 3429000"/>
              <a:gd name="connsiteX43" fmla="*/ 1754820 w 12192000"/>
              <a:gd name="connsiteY43" fmla="*/ 3069437 h 3429000"/>
              <a:gd name="connsiteX44" fmla="*/ 1845307 w 12192000"/>
              <a:gd name="connsiteY44" fmla="*/ 3069437 h 3429000"/>
              <a:gd name="connsiteX45" fmla="*/ 1845307 w 12192000"/>
              <a:gd name="connsiteY45" fmla="*/ 3068484 h 3429000"/>
              <a:gd name="connsiteX46" fmla="*/ 1781490 w 12192000"/>
              <a:gd name="connsiteY46" fmla="*/ 2996093 h 3429000"/>
              <a:gd name="connsiteX47" fmla="*/ 1282380 w 12192000"/>
              <a:gd name="connsiteY47" fmla="*/ 2996093 h 3429000"/>
              <a:gd name="connsiteX48" fmla="*/ 1250947 w 12192000"/>
              <a:gd name="connsiteY48" fmla="*/ 3017048 h 3429000"/>
              <a:gd name="connsiteX49" fmla="*/ 1250947 w 12192000"/>
              <a:gd name="connsiteY49" fmla="*/ 2997998 h 3429000"/>
              <a:gd name="connsiteX50" fmla="*/ 1217610 w 12192000"/>
              <a:gd name="connsiteY50" fmla="*/ 2997998 h 3429000"/>
              <a:gd name="connsiteX51" fmla="*/ 1217610 w 12192000"/>
              <a:gd name="connsiteY51" fmla="*/ 3119920 h 3429000"/>
              <a:gd name="connsiteX52" fmla="*/ 1251900 w 12192000"/>
              <a:gd name="connsiteY52" fmla="*/ 3119920 h 3429000"/>
              <a:gd name="connsiteX53" fmla="*/ 1251900 w 12192000"/>
              <a:gd name="connsiteY53" fmla="*/ 3061817 h 3429000"/>
              <a:gd name="connsiteX54" fmla="*/ 1277617 w 12192000"/>
              <a:gd name="connsiteY54" fmla="*/ 3032289 h 3429000"/>
              <a:gd name="connsiteX55" fmla="*/ 1291905 w 12192000"/>
              <a:gd name="connsiteY55" fmla="*/ 3032289 h 3429000"/>
              <a:gd name="connsiteX56" fmla="*/ 1291905 w 12192000"/>
              <a:gd name="connsiteY56" fmla="*/ 2997046 h 3429000"/>
              <a:gd name="connsiteX57" fmla="*/ 1282380 w 12192000"/>
              <a:gd name="connsiteY57" fmla="*/ 2996093 h 3429000"/>
              <a:gd name="connsiteX58" fmla="*/ 1562414 w 12192000"/>
              <a:gd name="connsiteY58" fmla="*/ 2995141 h 3429000"/>
              <a:gd name="connsiteX59" fmla="*/ 1510027 w 12192000"/>
              <a:gd name="connsiteY59" fmla="*/ 3010381 h 3429000"/>
              <a:gd name="connsiteX60" fmla="*/ 1523362 w 12192000"/>
              <a:gd name="connsiteY60" fmla="*/ 3036099 h 3429000"/>
              <a:gd name="connsiteX61" fmla="*/ 1559557 w 12192000"/>
              <a:gd name="connsiteY61" fmla="*/ 3024669 h 3429000"/>
              <a:gd name="connsiteX62" fmla="*/ 1579559 w 12192000"/>
              <a:gd name="connsiteY62" fmla="*/ 3038957 h 3429000"/>
              <a:gd name="connsiteX63" fmla="*/ 1580512 w 12192000"/>
              <a:gd name="connsiteY63" fmla="*/ 3039909 h 3429000"/>
              <a:gd name="connsiteX64" fmla="*/ 1571939 w 12192000"/>
              <a:gd name="connsiteY64" fmla="*/ 3047529 h 3429000"/>
              <a:gd name="connsiteX65" fmla="*/ 1548127 w 12192000"/>
              <a:gd name="connsiteY65" fmla="*/ 3047529 h 3429000"/>
              <a:gd name="connsiteX66" fmla="*/ 1504312 w 12192000"/>
              <a:gd name="connsiteY66" fmla="*/ 3084677 h 3429000"/>
              <a:gd name="connsiteX67" fmla="*/ 1547174 w 12192000"/>
              <a:gd name="connsiteY67" fmla="*/ 3122778 h 3429000"/>
              <a:gd name="connsiteX68" fmla="*/ 1581464 w 12192000"/>
              <a:gd name="connsiteY68" fmla="*/ 3108490 h 3429000"/>
              <a:gd name="connsiteX69" fmla="*/ 1581464 w 12192000"/>
              <a:gd name="connsiteY69" fmla="*/ 3119920 h 3429000"/>
              <a:gd name="connsiteX70" fmla="*/ 1615754 w 12192000"/>
              <a:gd name="connsiteY70" fmla="*/ 3119920 h 3429000"/>
              <a:gd name="connsiteX71" fmla="*/ 1615754 w 12192000"/>
              <a:gd name="connsiteY71" fmla="*/ 3039909 h 3429000"/>
              <a:gd name="connsiteX72" fmla="*/ 1562414 w 12192000"/>
              <a:gd name="connsiteY72" fmla="*/ 2995141 h 3429000"/>
              <a:gd name="connsiteX73" fmla="*/ 1145220 w 12192000"/>
              <a:gd name="connsiteY73" fmla="*/ 2995141 h 3429000"/>
              <a:gd name="connsiteX74" fmla="*/ 1092833 w 12192000"/>
              <a:gd name="connsiteY74" fmla="*/ 3010381 h 3429000"/>
              <a:gd name="connsiteX75" fmla="*/ 1106168 w 12192000"/>
              <a:gd name="connsiteY75" fmla="*/ 3036099 h 3429000"/>
              <a:gd name="connsiteX76" fmla="*/ 1142363 w 12192000"/>
              <a:gd name="connsiteY76" fmla="*/ 3024669 h 3429000"/>
              <a:gd name="connsiteX77" fmla="*/ 1162365 w 12192000"/>
              <a:gd name="connsiteY77" fmla="*/ 3038957 h 3429000"/>
              <a:gd name="connsiteX78" fmla="*/ 1163318 w 12192000"/>
              <a:gd name="connsiteY78" fmla="*/ 3039909 h 3429000"/>
              <a:gd name="connsiteX79" fmla="*/ 1154745 w 12192000"/>
              <a:gd name="connsiteY79" fmla="*/ 3047529 h 3429000"/>
              <a:gd name="connsiteX80" fmla="*/ 1130933 w 12192000"/>
              <a:gd name="connsiteY80" fmla="*/ 3047529 h 3429000"/>
              <a:gd name="connsiteX81" fmla="*/ 1087118 w 12192000"/>
              <a:gd name="connsiteY81" fmla="*/ 3084677 h 3429000"/>
              <a:gd name="connsiteX82" fmla="*/ 1129980 w 12192000"/>
              <a:gd name="connsiteY82" fmla="*/ 3122778 h 3429000"/>
              <a:gd name="connsiteX83" fmla="*/ 1164270 w 12192000"/>
              <a:gd name="connsiteY83" fmla="*/ 3108490 h 3429000"/>
              <a:gd name="connsiteX84" fmla="*/ 1164270 w 12192000"/>
              <a:gd name="connsiteY84" fmla="*/ 3119920 h 3429000"/>
              <a:gd name="connsiteX85" fmla="*/ 1198560 w 12192000"/>
              <a:gd name="connsiteY85" fmla="*/ 3119920 h 3429000"/>
              <a:gd name="connsiteX86" fmla="*/ 1198560 w 12192000"/>
              <a:gd name="connsiteY86" fmla="*/ 3039909 h 3429000"/>
              <a:gd name="connsiteX87" fmla="*/ 1145220 w 12192000"/>
              <a:gd name="connsiteY87" fmla="*/ 2995141 h 3429000"/>
              <a:gd name="connsiteX88" fmla="*/ 587056 w 12192000"/>
              <a:gd name="connsiteY88" fmla="*/ 2957040 h 3429000"/>
              <a:gd name="connsiteX89" fmla="*/ 564196 w 12192000"/>
              <a:gd name="connsiteY89" fmla="*/ 2957993 h 3429000"/>
              <a:gd name="connsiteX90" fmla="*/ 564196 w 12192000"/>
              <a:gd name="connsiteY90" fmla="*/ 3095155 h 3429000"/>
              <a:gd name="connsiteX91" fmla="*/ 587056 w 12192000"/>
              <a:gd name="connsiteY91" fmla="*/ 3097060 h 3429000"/>
              <a:gd name="connsiteX92" fmla="*/ 619441 w 12192000"/>
              <a:gd name="connsiteY92" fmla="*/ 3094202 h 3429000"/>
              <a:gd name="connsiteX93" fmla="*/ 613726 w 12192000"/>
              <a:gd name="connsiteY93" fmla="*/ 2977043 h 3429000"/>
              <a:gd name="connsiteX94" fmla="*/ 619441 w 12192000"/>
              <a:gd name="connsiteY94" fmla="*/ 2959898 h 3429000"/>
              <a:gd name="connsiteX95" fmla="*/ 587056 w 12192000"/>
              <a:gd name="connsiteY95" fmla="*/ 2957040 h 3429000"/>
              <a:gd name="connsiteX96" fmla="*/ 1647187 w 12192000"/>
              <a:gd name="connsiteY96" fmla="*/ 2952278 h 3429000"/>
              <a:gd name="connsiteX97" fmla="*/ 1647187 w 12192000"/>
              <a:gd name="connsiteY97" fmla="*/ 2998951 h 3429000"/>
              <a:gd name="connsiteX98" fmla="*/ 1628137 w 12192000"/>
              <a:gd name="connsiteY98" fmla="*/ 2998951 h 3429000"/>
              <a:gd name="connsiteX99" fmla="*/ 1628137 w 12192000"/>
              <a:gd name="connsiteY99" fmla="*/ 3028479 h 3429000"/>
              <a:gd name="connsiteX100" fmla="*/ 1647187 w 12192000"/>
              <a:gd name="connsiteY100" fmla="*/ 3028479 h 3429000"/>
              <a:gd name="connsiteX101" fmla="*/ 1647187 w 12192000"/>
              <a:gd name="connsiteY101" fmla="*/ 3095155 h 3429000"/>
              <a:gd name="connsiteX102" fmla="*/ 1682429 w 12192000"/>
              <a:gd name="connsiteY102" fmla="*/ 3122778 h 3429000"/>
              <a:gd name="connsiteX103" fmla="*/ 1709099 w 12192000"/>
              <a:gd name="connsiteY103" fmla="*/ 3120873 h 3429000"/>
              <a:gd name="connsiteX104" fmla="*/ 1709099 w 12192000"/>
              <a:gd name="connsiteY104" fmla="*/ 3091345 h 3429000"/>
              <a:gd name="connsiteX105" fmla="*/ 1692907 w 12192000"/>
              <a:gd name="connsiteY105" fmla="*/ 3091345 h 3429000"/>
              <a:gd name="connsiteX106" fmla="*/ 1681477 w 12192000"/>
              <a:gd name="connsiteY106" fmla="*/ 3082772 h 3429000"/>
              <a:gd name="connsiteX107" fmla="*/ 1681477 w 12192000"/>
              <a:gd name="connsiteY107" fmla="*/ 3027526 h 3429000"/>
              <a:gd name="connsiteX108" fmla="*/ 1708147 w 12192000"/>
              <a:gd name="connsiteY108" fmla="*/ 3027526 h 3429000"/>
              <a:gd name="connsiteX109" fmla="*/ 1708147 w 12192000"/>
              <a:gd name="connsiteY109" fmla="*/ 2997998 h 3429000"/>
              <a:gd name="connsiteX110" fmla="*/ 1681477 w 12192000"/>
              <a:gd name="connsiteY110" fmla="*/ 2997998 h 3429000"/>
              <a:gd name="connsiteX111" fmla="*/ 1681477 w 12192000"/>
              <a:gd name="connsiteY111" fmla="*/ 2952278 h 3429000"/>
              <a:gd name="connsiteX112" fmla="*/ 1341435 w 12192000"/>
              <a:gd name="connsiteY112" fmla="*/ 2934180 h 3429000"/>
              <a:gd name="connsiteX113" fmla="*/ 1319527 w 12192000"/>
              <a:gd name="connsiteY113" fmla="*/ 2956088 h 3429000"/>
              <a:gd name="connsiteX114" fmla="*/ 1341435 w 12192000"/>
              <a:gd name="connsiteY114" fmla="*/ 2977996 h 3429000"/>
              <a:gd name="connsiteX115" fmla="*/ 1363342 w 12192000"/>
              <a:gd name="connsiteY115" fmla="*/ 2956088 h 3429000"/>
              <a:gd name="connsiteX116" fmla="*/ 1341435 w 12192000"/>
              <a:gd name="connsiteY116" fmla="*/ 2934180 h 3429000"/>
              <a:gd name="connsiteX117" fmla="*/ 1032826 w 12192000"/>
              <a:gd name="connsiteY117" fmla="*/ 2934180 h 3429000"/>
              <a:gd name="connsiteX118" fmla="*/ 1032826 w 12192000"/>
              <a:gd name="connsiteY118" fmla="*/ 3119920 h 3429000"/>
              <a:gd name="connsiteX119" fmla="*/ 1067116 w 12192000"/>
              <a:gd name="connsiteY119" fmla="*/ 3119920 h 3429000"/>
              <a:gd name="connsiteX120" fmla="*/ 1067116 w 12192000"/>
              <a:gd name="connsiteY120" fmla="*/ 2934180 h 3429000"/>
              <a:gd name="connsiteX121" fmla="*/ 922336 w 12192000"/>
              <a:gd name="connsiteY121" fmla="*/ 2930370 h 3429000"/>
              <a:gd name="connsiteX122" fmla="*/ 825181 w 12192000"/>
              <a:gd name="connsiteY122" fmla="*/ 3026574 h 3429000"/>
              <a:gd name="connsiteX123" fmla="*/ 922336 w 12192000"/>
              <a:gd name="connsiteY123" fmla="*/ 3122778 h 3429000"/>
              <a:gd name="connsiteX124" fmla="*/ 1013776 w 12192000"/>
              <a:gd name="connsiteY124" fmla="*/ 3053244 h 3429000"/>
              <a:gd name="connsiteX125" fmla="*/ 973771 w 12192000"/>
              <a:gd name="connsiteY125" fmla="*/ 3053244 h 3429000"/>
              <a:gd name="connsiteX126" fmla="*/ 923288 w 12192000"/>
              <a:gd name="connsiteY126" fmla="*/ 3088488 h 3429000"/>
              <a:gd name="connsiteX127" fmla="*/ 865186 w 12192000"/>
              <a:gd name="connsiteY127" fmla="*/ 3026574 h 3429000"/>
              <a:gd name="connsiteX128" fmla="*/ 923288 w 12192000"/>
              <a:gd name="connsiteY128" fmla="*/ 2964661 h 3429000"/>
              <a:gd name="connsiteX129" fmla="*/ 972818 w 12192000"/>
              <a:gd name="connsiteY129" fmla="*/ 2999904 h 3429000"/>
              <a:gd name="connsiteX130" fmla="*/ 1013776 w 12192000"/>
              <a:gd name="connsiteY130" fmla="*/ 2999904 h 3429000"/>
              <a:gd name="connsiteX131" fmla="*/ 922336 w 12192000"/>
              <a:gd name="connsiteY131" fmla="*/ 2930370 h 3429000"/>
              <a:gd name="connsiteX132" fmla="*/ 646112 w 12192000"/>
              <a:gd name="connsiteY132" fmla="*/ 2910367 h 3429000"/>
              <a:gd name="connsiteX133" fmla="*/ 619442 w 12192000"/>
              <a:gd name="connsiteY133" fmla="*/ 2958945 h 3429000"/>
              <a:gd name="connsiteX134" fmla="*/ 735647 w 12192000"/>
              <a:gd name="connsiteY134" fmla="*/ 3026574 h 3429000"/>
              <a:gd name="connsiteX135" fmla="*/ 764222 w 12192000"/>
              <a:gd name="connsiteY135" fmla="*/ 2978948 h 3429000"/>
              <a:gd name="connsiteX136" fmla="*/ 646112 w 12192000"/>
              <a:gd name="connsiteY136" fmla="*/ 2910367 h 3429000"/>
              <a:gd name="connsiteX137" fmla="*/ 0 w 12192000"/>
              <a:gd name="connsiteY137" fmla="*/ 0 h 3429000"/>
              <a:gd name="connsiteX138" fmla="*/ 12192000 w 12192000"/>
              <a:gd name="connsiteY138" fmla="*/ 0 h 3429000"/>
              <a:gd name="connsiteX139" fmla="*/ 12192000 w 12192000"/>
              <a:gd name="connsiteY139" fmla="*/ 3429000 h 3429000"/>
              <a:gd name="connsiteX140" fmla="*/ 8040688 w 12192000"/>
              <a:gd name="connsiteY140" fmla="*/ 3429000 h 3429000"/>
              <a:gd name="connsiteX141" fmla="*/ 7499776 w 12192000"/>
              <a:gd name="connsiteY141" fmla="*/ 3429000 h 3429000"/>
              <a:gd name="connsiteX142" fmla="*/ 0 w 12192000"/>
              <a:gd name="connsiteY142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3429000">
                <a:moveTo>
                  <a:pt x="1579559" y="3067532"/>
                </a:moveTo>
                <a:lnTo>
                  <a:pt x="1579559" y="3076105"/>
                </a:lnTo>
                <a:cubicBezTo>
                  <a:pt x="1579559" y="3091345"/>
                  <a:pt x="1566224" y="3098013"/>
                  <a:pt x="1555747" y="3098013"/>
                </a:cubicBezTo>
                <a:cubicBezTo>
                  <a:pt x="1545269" y="3098013"/>
                  <a:pt x="1538602" y="3092298"/>
                  <a:pt x="1538602" y="3083725"/>
                </a:cubicBezTo>
                <a:cubicBezTo>
                  <a:pt x="1538602" y="3075152"/>
                  <a:pt x="1545269" y="3070390"/>
                  <a:pt x="1555747" y="3070390"/>
                </a:cubicBezTo>
                <a:lnTo>
                  <a:pt x="1569082" y="3070390"/>
                </a:lnTo>
                <a:cubicBezTo>
                  <a:pt x="1573844" y="3070390"/>
                  <a:pt x="1577654" y="3069437"/>
                  <a:pt x="1579559" y="3067532"/>
                </a:cubicBezTo>
                <a:close/>
                <a:moveTo>
                  <a:pt x="1162365" y="3067532"/>
                </a:moveTo>
                <a:lnTo>
                  <a:pt x="1162365" y="3076105"/>
                </a:lnTo>
                <a:cubicBezTo>
                  <a:pt x="1162365" y="3091345"/>
                  <a:pt x="1149030" y="3098013"/>
                  <a:pt x="1138553" y="3098013"/>
                </a:cubicBezTo>
                <a:cubicBezTo>
                  <a:pt x="1128075" y="3098013"/>
                  <a:pt x="1121408" y="3092298"/>
                  <a:pt x="1121408" y="3083725"/>
                </a:cubicBezTo>
                <a:cubicBezTo>
                  <a:pt x="1121408" y="3075152"/>
                  <a:pt x="1128075" y="3070390"/>
                  <a:pt x="1138553" y="3070390"/>
                </a:cubicBezTo>
                <a:lnTo>
                  <a:pt x="1151888" y="3070390"/>
                </a:lnTo>
                <a:cubicBezTo>
                  <a:pt x="1156650" y="3070390"/>
                  <a:pt x="1160460" y="3069437"/>
                  <a:pt x="1162365" y="3067532"/>
                </a:cubicBezTo>
                <a:close/>
                <a:moveTo>
                  <a:pt x="736599" y="3026574"/>
                </a:moveTo>
                <a:cubicBezTo>
                  <a:pt x="707072" y="3061817"/>
                  <a:pt x="666114" y="3086582"/>
                  <a:pt x="619442" y="3094203"/>
                </a:cubicBezTo>
                <a:cubicBezTo>
                  <a:pt x="623252" y="3103728"/>
                  <a:pt x="628014" y="3114205"/>
                  <a:pt x="632777" y="3123731"/>
                </a:cubicBezTo>
                <a:cubicBezTo>
                  <a:pt x="636587" y="3130398"/>
                  <a:pt x="641349" y="3137066"/>
                  <a:pt x="646112" y="3142781"/>
                </a:cubicBezTo>
                <a:cubicBezTo>
                  <a:pt x="691832" y="3131351"/>
                  <a:pt x="732789" y="3107538"/>
                  <a:pt x="765174" y="3074200"/>
                </a:cubicBezTo>
                <a:cubicBezTo>
                  <a:pt x="757554" y="3057054"/>
                  <a:pt x="748029" y="3040862"/>
                  <a:pt x="736599" y="3026574"/>
                </a:cubicBezTo>
                <a:close/>
                <a:moveTo>
                  <a:pt x="1781490" y="3023716"/>
                </a:moveTo>
                <a:cubicBezTo>
                  <a:pt x="1795777" y="3023716"/>
                  <a:pt x="1806255" y="3033241"/>
                  <a:pt x="1808160" y="3045624"/>
                </a:cubicBezTo>
                <a:lnTo>
                  <a:pt x="1753867" y="3045624"/>
                </a:lnTo>
                <a:cubicBezTo>
                  <a:pt x="1756725" y="3032289"/>
                  <a:pt x="1767202" y="3023716"/>
                  <a:pt x="1781490" y="3023716"/>
                </a:cubicBezTo>
                <a:close/>
                <a:moveTo>
                  <a:pt x="1309050" y="2997999"/>
                </a:moveTo>
                <a:lnTo>
                  <a:pt x="1309050" y="3027526"/>
                </a:lnTo>
                <a:lnTo>
                  <a:pt x="1326195" y="3027526"/>
                </a:lnTo>
                <a:lnTo>
                  <a:pt x="1326195" y="3119920"/>
                </a:lnTo>
                <a:lnTo>
                  <a:pt x="1360485" y="3119920"/>
                </a:lnTo>
                <a:lnTo>
                  <a:pt x="1360485" y="2997999"/>
                </a:lnTo>
                <a:close/>
                <a:moveTo>
                  <a:pt x="1372868" y="2997998"/>
                </a:moveTo>
                <a:lnTo>
                  <a:pt x="1414778" y="3119920"/>
                </a:lnTo>
                <a:lnTo>
                  <a:pt x="1457640" y="3119920"/>
                </a:lnTo>
                <a:lnTo>
                  <a:pt x="1501455" y="2997998"/>
                </a:lnTo>
                <a:lnTo>
                  <a:pt x="1465260" y="2997998"/>
                </a:lnTo>
                <a:lnTo>
                  <a:pt x="1437638" y="3082772"/>
                </a:lnTo>
                <a:lnTo>
                  <a:pt x="1410015" y="2997998"/>
                </a:lnTo>
                <a:close/>
                <a:moveTo>
                  <a:pt x="1781490" y="2996093"/>
                </a:moveTo>
                <a:cubicBezTo>
                  <a:pt x="1745295" y="2996093"/>
                  <a:pt x="1718625" y="3022763"/>
                  <a:pt x="1718625" y="3059912"/>
                </a:cubicBezTo>
                <a:cubicBezTo>
                  <a:pt x="1718625" y="3097060"/>
                  <a:pt x="1754820" y="3123730"/>
                  <a:pt x="1782442" y="3123730"/>
                </a:cubicBezTo>
                <a:cubicBezTo>
                  <a:pt x="1810065" y="3123730"/>
                  <a:pt x="1832925" y="3111347"/>
                  <a:pt x="1843402" y="3085629"/>
                </a:cubicBezTo>
                <a:lnTo>
                  <a:pt x="1807207" y="3081819"/>
                </a:lnTo>
                <a:cubicBezTo>
                  <a:pt x="1802445" y="3089439"/>
                  <a:pt x="1797682" y="3094202"/>
                  <a:pt x="1782442" y="3094202"/>
                </a:cubicBezTo>
                <a:cubicBezTo>
                  <a:pt x="1767202" y="3094202"/>
                  <a:pt x="1756725" y="3082772"/>
                  <a:pt x="1754820" y="3069437"/>
                </a:cubicBezTo>
                <a:lnTo>
                  <a:pt x="1845307" y="3069437"/>
                </a:lnTo>
                <a:lnTo>
                  <a:pt x="1845307" y="3068484"/>
                </a:lnTo>
                <a:cubicBezTo>
                  <a:pt x="1845307" y="3018001"/>
                  <a:pt x="1817685" y="2996093"/>
                  <a:pt x="1781490" y="2996093"/>
                </a:cubicBezTo>
                <a:close/>
                <a:moveTo>
                  <a:pt x="1282380" y="2996093"/>
                </a:moveTo>
                <a:cubicBezTo>
                  <a:pt x="1267140" y="2996093"/>
                  <a:pt x="1255710" y="3003713"/>
                  <a:pt x="1250947" y="3017048"/>
                </a:cubicBezTo>
                <a:lnTo>
                  <a:pt x="1250947" y="2997998"/>
                </a:lnTo>
                <a:lnTo>
                  <a:pt x="1217610" y="2997998"/>
                </a:lnTo>
                <a:lnTo>
                  <a:pt x="1217610" y="3119920"/>
                </a:lnTo>
                <a:lnTo>
                  <a:pt x="1251900" y="3119920"/>
                </a:lnTo>
                <a:lnTo>
                  <a:pt x="1251900" y="3061817"/>
                </a:lnTo>
                <a:cubicBezTo>
                  <a:pt x="1251900" y="3040861"/>
                  <a:pt x="1260472" y="3032289"/>
                  <a:pt x="1277617" y="3032289"/>
                </a:cubicBezTo>
                <a:lnTo>
                  <a:pt x="1291905" y="3032289"/>
                </a:lnTo>
                <a:cubicBezTo>
                  <a:pt x="1291905" y="3032289"/>
                  <a:pt x="1291905" y="2997046"/>
                  <a:pt x="1291905" y="2997046"/>
                </a:cubicBezTo>
                <a:cubicBezTo>
                  <a:pt x="1289047" y="2996093"/>
                  <a:pt x="1297620" y="2996093"/>
                  <a:pt x="1282380" y="2996093"/>
                </a:cubicBezTo>
                <a:close/>
                <a:moveTo>
                  <a:pt x="1562414" y="2995141"/>
                </a:moveTo>
                <a:cubicBezTo>
                  <a:pt x="1532887" y="2995141"/>
                  <a:pt x="1510027" y="3010381"/>
                  <a:pt x="1510027" y="3010381"/>
                </a:cubicBezTo>
                <a:lnTo>
                  <a:pt x="1523362" y="3036099"/>
                </a:lnTo>
                <a:cubicBezTo>
                  <a:pt x="1531934" y="3030384"/>
                  <a:pt x="1546222" y="3024669"/>
                  <a:pt x="1559557" y="3024669"/>
                </a:cubicBezTo>
                <a:cubicBezTo>
                  <a:pt x="1572892" y="3024669"/>
                  <a:pt x="1579559" y="3030384"/>
                  <a:pt x="1579559" y="3038957"/>
                </a:cubicBezTo>
                <a:lnTo>
                  <a:pt x="1580512" y="3039909"/>
                </a:lnTo>
                <a:cubicBezTo>
                  <a:pt x="1580512" y="3044672"/>
                  <a:pt x="1577654" y="3047529"/>
                  <a:pt x="1571939" y="3047529"/>
                </a:cubicBezTo>
                <a:lnTo>
                  <a:pt x="1548127" y="3047529"/>
                </a:lnTo>
                <a:cubicBezTo>
                  <a:pt x="1521457" y="3047529"/>
                  <a:pt x="1504312" y="3064675"/>
                  <a:pt x="1504312" y="3084677"/>
                </a:cubicBezTo>
                <a:cubicBezTo>
                  <a:pt x="1504312" y="3104680"/>
                  <a:pt x="1521457" y="3122778"/>
                  <a:pt x="1547174" y="3122778"/>
                </a:cubicBezTo>
                <a:cubicBezTo>
                  <a:pt x="1561462" y="3122778"/>
                  <a:pt x="1574797" y="3118015"/>
                  <a:pt x="1581464" y="3108490"/>
                </a:cubicBezTo>
                <a:lnTo>
                  <a:pt x="1581464" y="3119920"/>
                </a:lnTo>
                <a:lnTo>
                  <a:pt x="1615754" y="3119920"/>
                </a:lnTo>
                <a:lnTo>
                  <a:pt x="1615754" y="3039909"/>
                </a:lnTo>
                <a:cubicBezTo>
                  <a:pt x="1615754" y="3007524"/>
                  <a:pt x="1591942" y="2995141"/>
                  <a:pt x="1562414" y="2995141"/>
                </a:cubicBezTo>
                <a:close/>
                <a:moveTo>
                  <a:pt x="1145220" y="2995141"/>
                </a:moveTo>
                <a:cubicBezTo>
                  <a:pt x="1115693" y="2995141"/>
                  <a:pt x="1092833" y="3010381"/>
                  <a:pt x="1092833" y="3010381"/>
                </a:cubicBezTo>
                <a:lnTo>
                  <a:pt x="1106168" y="3036099"/>
                </a:lnTo>
                <a:cubicBezTo>
                  <a:pt x="1114740" y="3030384"/>
                  <a:pt x="1129028" y="3024669"/>
                  <a:pt x="1142363" y="3024669"/>
                </a:cubicBezTo>
                <a:cubicBezTo>
                  <a:pt x="1155698" y="3024669"/>
                  <a:pt x="1162365" y="3030384"/>
                  <a:pt x="1162365" y="3038957"/>
                </a:cubicBezTo>
                <a:lnTo>
                  <a:pt x="1163318" y="3039909"/>
                </a:lnTo>
                <a:cubicBezTo>
                  <a:pt x="1163318" y="3044672"/>
                  <a:pt x="1160460" y="3047529"/>
                  <a:pt x="1154745" y="3047529"/>
                </a:cubicBezTo>
                <a:lnTo>
                  <a:pt x="1130933" y="3047529"/>
                </a:lnTo>
                <a:cubicBezTo>
                  <a:pt x="1104263" y="3047529"/>
                  <a:pt x="1087118" y="3064675"/>
                  <a:pt x="1087118" y="3084677"/>
                </a:cubicBezTo>
                <a:cubicBezTo>
                  <a:pt x="1087118" y="3104680"/>
                  <a:pt x="1104263" y="3122778"/>
                  <a:pt x="1129980" y="3122778"/>
                </a:cubicBezTo>
                <a:cubicBezTo>
                  <a:pt x="1144268" y="3122778"/>
                  <a:pt x="1157603" y="3118015"/>
                  <a:pt x="1164270" y="3108490"/>
                </a:cubicBezTo>
                <a:lnTo>
                  <a:pt x="1164270" y="3119920"/>
                </a:lnTo>
                <a:lnTo>
                  <a:pt x="1198560" y="3119920"/>
                </a:lnTo>
                <a:lnTo>
                  <a:pt x="1198560" y="3039909"/>
                </a:lnTo>
                <a:cubicBezTo>
                  <a:pt x="1198560" y="3007524"/>
                  <a:pt x="1174748" y="2995141"/>
                  <a:pt x="1145220" y="2995141"/>
                </a:cubicBezTo>
                <a:close/>
                <a:moveTo>
                  <a:pt x="587056" y="2957040"/>
                </a:moveTo>
                <a:cubicBezTo>
                  <a:pt x="575626" y="2957040"/>
                  <a:pt x="571816" y="2957040"/>
                  <a:pt x="564196" y="2957993"/>
                </a:cubicBezTo>
                <a:cubicBezTo>
                  <a:pt x="551814" y="3001808"/>
                  <a:pt x="550861" y="3049434"/>
                  <a:pt x="564196" y="3095155"/>
                </a:cubicBezTo>
                <a:cubicBezTo>
                  <a:pt x="571816" y="3095155"/>
                  <a:pt x="579436" y="3097060"/>
                  <a:pt x="587056" y="3097060"/>
                </a:cubicBezTo>
                <a:cubicBezTo>
                  <a:pt x="598486" y="3097060"/>
                  <a:pt x="608964" y="3096107"/>
                  <a:pt x="619441" y="3094202"/>
                </a:cubicBezTo>
                <a:cubicBezTo>
                  <a:pt x="605154" y="3057054"/>
                  <a:pt x="603249" y="3016096"/>
                  <a:pt x="613726" y="2977043"/>
                </a:cubicBezTo>
                <a:cubicBezTo>
                  <a:pt x="615631" y="2971328"/>
                  <a:pt x="617536" y="2965613"/>
                  <a:pt x="619441" y="2959898"/>
                </a:cubicBezTo>
                <a:cubicBezTo>
                  <a:pt x="608964" y="2957993"/>
                  <a:pt x="598486" y="2957040"/>
                  <a:pt x="587056" y="2957040"/>
                </a:cubicBezTo>
                <a:close/>
                <a:moveTo>
                  <a:pt x="1647187" y="2952278"/>
                </a:moveTo>
                <a:lnTo>
                  <a:pt x="1647187" y="2998951"/>
                </a:lnTo>
                <a:lnTo>
                  <a:pt x="1628137" y="2998951"/>
                </a:lnTo>
                <a:lnTo>
                  <a:pt x="1628137" y="3028479"/>
                </a:lnTo>
                <a:lnTo>
                  <a:pt x="1647187" y="3028479"/>
                </a:lnTo>
                <a:lnTo>
                  <a:pt x="1647187" y="3095155"/>
                </a:lnTo>
                <a:cubicBezTo>
                  <a:pt x="1647187" y="3119920"/>
                  <a:pt x="1665284" y="3122778"/>
                  <a:pt x="1682429" y="3122778"/>
                </a:cubicBezTo>
                <a:cubicBezTo>
                  <a:pt x="1691954" y="3122778"/>
                  <a:pt x="1709099" y="3120873"/>
                  <a:pt x="1709099" y="3120873"/>
                </a:cubicBezTo>
                <a:lnTo>
                  <a:pt x="1709099" y="3091345"/>
                </a:lnTo>
                <a:cubicBezTo>
                  <a:pt x="1709099" y="3091345"/>
                  <a:pt x="1701479" y="3091345"/>
                  <a:pt x="1692907" y="3091345"/>
                </a:cubicBezTo>
                <a:cubicBezTo>
                  <a:pt x="1687192" y="3091345"/>
                  <a:pt x="1681477" y="3090392"/>
                  <a:pt x="1681477" y="3082772"/>
                </a:cubicBezTo>
                <a:lnTo>
                  <a:pt x="1681477" y="3027526"/>
                </a:lnTo>
                <a:lnTo>
                  <a:pt x="1708147" y="3027526"/>
                </a:lnTo>
                <a:lnTo>
                  <a:pt x="1708147" y="2997998"/>
                </a:lnTo>
                <a:lnTo>
                  <a:pt x="1681477" y="2997998"/>
                </a:lnTo>
                <a:lnTo>
                  <a:pt x="1681477" y="2952278"/>
                </a:lnTo>
                <a:close/>
                <a:moveTo>
                  <a:pt x="1341435" y="2934180"/>
                </a:moveTo>
                <a:cubicBezTo>
                  <a:pt x="1329052" y="2934180"/>
                  <a:pt x="1319527" y="2943705"/>
                  <a:pt x="1319527" y="2956088"/>
                </a:cubicBezTo>
                <a:cubicBezTo>
                  <a:pt x="1319527" y="2968471"/>
                  <a:pt x="1329052" y="2977996"/>
                  <a:pt x="1341435" y="2977996"/>
                </a:cubicBezTo>
                <a:cubicBezTo>
                  <a:pt x="1353817" y="2977996"/>
                  <a:pt x="1363342" y="2967518"/>
                  <a:pt x="1363342" y="2956088"/>
                </a:cubicBezTo>
                <a:cubicBezTo>
                  <a:pt x="1363342" y="2944658"/>
                  <a:pt x="1353817" y="2934180"/>
                  <a:pt x="1341435" y="2934180"/>
                </a:cubicBezTo>
                <a:close/>
                <a:moveTo>
                  <a:pt x="1032826" y="2934180"/>
                </a:moveTo>
                <a:lnTo>
                  <a:pt x="1032826" y="3119920"/>
                </a:lnTo>
                <a:lnTo>
                  <a:pt x="1067116" y="3119920"/>
                </a:lnTo>
                <a:lnTo>
                  <a:pt x="1067116" y="2934180"/>
                </a:lnTo>
                <a:close/>
                <a:moveTo>
                  <a:pt x="922336" y="2930370"/>
                </a:moveTo>
                <a:cubicBezTo>
                  <a:pt x="867091" y="2930370"/>
                  <a:pt x="825181" y="2970376"/>
                  <a:pt x="825181" y="3026574"/>
                </a:cubicBezTo>
                <a:cubicBezTo>
                  <a:pt x="825181" y="3082772"/>
                  <a:pt x="880426" y="3122778"/>
                  <a:pt x="922336" y="3122778"/>
                </a:cubicBezTo>
                <a:cubicBezTo>
                  <a:pt x="964246" y="3122778"/>
                  <a:pt x="1003298" y="3097060"/>
                  <a:pt x="1013776" y="3053244"/>
                </a:cubicBezTo>
                <a:lnTo>
                  <a:pt x="973771" y="3053244"/>
                </a:lnTo>
                <a:cubicBezTo>
                  <a:pt x="967103" y="3075152"/>
                  <a:pt x="948053" y="3088488"/>
                  <a:pt x="923288" y="3088488"/>
                </a:cubicBezTo>
                <a:cubicBezTo>
                  <a:pt x="888046" y="3088488"/>
                  <a:pt x="865186" y="3061817"/>
                  <a:pt x="865186" y="3026574"/>
                </a:cubicBezTo>
                <a:cubicBezTo>
                  <a:pt x="865186" y="2991331"/>
                  <a:pt x="888046" y="2964661"/>
                  <a:pt x="923288" y="2964661"/>
                </a:cubicBezTo>
                <a:cubicBezTo>
                  <a:pt x="947101" y="2964661"/>
                  <a:pt x="966151" y="2977996"/>
                  <a:pt x="972818" y="2999904"/>
                </a:cubicBezTo>
                <a:lnTo>
                  <a:pt x="1013776" y="2999904"/>
                </a:lnTo>
                <a:cubicBezTo>
                  <a:pt x="1002346" y="2956088"/>
                  <a:pt x="977581" y="2930370"/>
                  <a:pt x="922336" y="2930370"/>
                </a:cubicBezTo>
                <a:close/>
                <a:moveTo>
                  <a:pt x="646112" y="2910367"/>
                </a:moveTo>
                <a:cubicBezTo>
                  <a:pt x="634682" y="2925607"/>
                  <a:pt x="626109" y="2941800"/>
                  <a:pt x="619442" y="2958945"/>
                </a:cubicBezTo>
                <a:cubicBezTo>
                  <a:pt x="666114" y="2966565"/>
                  <a:pt x="707072" y="2991331"/>
                  <a:pt x="735647" y="3026574"/>
                </a:cubicBezTo>
                <a:cubicBezTo>
                  <a:pt x="747077" y="3012286"/>
                  <a:pt x="757554" y="2996093"/>
                  <a:pt x="764222" y="2978948"/>
                </a:cubicBezTo>
                <a:cubicBezTo>
                  <a:pt x="732789" y="2946563"/>
                  <a:pt x="691832" y="2921797"/>
                  <a:pt x="646112" y="291036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040688" y="3429000"/>
                </a:lnTo>
                <a:lnTo>
                  <a:pt x="7499776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tIns="108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</a:t>
            </a:r>
            <a:r>
              <a:rPr lang="en-US" noProof="0" dirty="0"/>
              <a:t>center</a:t>
            </a:r>
            <a:r>
              <a:rPr lang="en-US" dirty="0"/>
              <a:t> icon to insert dark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3823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10693823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41E26EB-9911-0A6E-407B-8667159EEC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1808164"/>
            <a:ext cx="3204000" cy="144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45BEBC43-8186-4AEB-F4CF-271F011B03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5776" y="1808164"/>
            <a:ext cx="3204000" cy="144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42CC176-3CD8-0372-5942-EAD056B059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40687" y="1808164"/>
            <a:ext cx="3204000" cy="144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7" y="6348353"/>
            <a:ext cx="3292474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7292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rus/mint pattern - Black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5659636-78CF-6EFF-68F5-52F1AB620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A6F47D2-4DE8-3A51-AB24-AA4D5A7F13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87488" y="2979813"/>
            <a:ext cx="8280400" cy="1107996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algn="l">
              <a:buNone/>
              <a:tabLst/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“Quote copy, resize textbox horizontally as required”.</a:t>
            </a:r>
            <a:endParaRPr lang="en-GB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51D1D711-9691-BEE7-727A-A074BC47FEA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87488" y="4286568"/>
            <a:ext cx="3600450" cy="259239"/>
          </a:xfrm>
          <a:noFill/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0EFA41F3-CF2B-F07E-F3DA-DC0602B25A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87488" y="4543748"/>
            <a:ext cx="3600450" cy="259239"/>
          </a:xfrm>
          <a:noFill/>
        </p:spPr>
        <p:txBody>
          <a:bodyPr/>
          <a:lstStyle>
            <a:lvl1pPr marL="0" indent="0" algn="l">
              <a:buNone/>
              <a:defRPr sz="1500">
                <a:solidFill>
                  <a:schemeClr val="tx1"/>
                </a:solidFill>
                <a:latin typeface="+mn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title, Company 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9200" y="6348353"/>
            <a:ext cx="215899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ECEDCA-E71D-E002-B6EF-1A2EE328FA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956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Dark Image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24388A-E89F-1465-CB42-4F8D1E8B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29338"/>
            <a:ext cx="2279650" cy="728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CAA78D0-D0A4-A0FA-888C-DEC2B44E9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579559 w 12192000"/>
              <a:gd name="connsiteY0" fmla="*/ 6496532 h 6858000"/>
              <a:gd name="connsiteX1" fmla="*/ 1579559 w 12192000"/>
              <a:gd name="connsiteY1" fmla="*/ 6505105 h 6858000"/>
              <a:gd name="connsiteX2" fmla="*/ 1555747 w 12192000"/>
              <a:gd name="connsiteY2" fmla="*/ 6527013 h 6858000"/>
              <a:gd name="connsiteX3" fmla="*/ 1538602 w 12192000"/>
              <a:gd name="connsiteY3" fmla="*/ 6512725 h 6858000"/>
              <a:gd name="connsiteX4" fmla="*/ 1555747 w 12192000"/>
              <a:gd name="connsiteY4" fmla="*/ 6499390 h 6858000"/>
              <a:gd name="connsiteX5" fmla="*/ 1569082 w 12192000"/>
              <a:gd name="connsiteY5" fmla="*/ 6499390 h 6858000"/>
              <a:gd name="connsiteX6" fmla="*/ 1579559 w 12192000"/>
              <a:gd name="connsiteY6" fmla="*/ 6496532 h 6858000"/>
              <a:gd name="connsiteX7" fmla="*/ 1162365 w 12192000"/>
              <a:gd name="connsiteY7" fmla="*/ 6496532 h 6858000"/>
              <a:gd name="connsiteX8" fmla="*/ 1162365 w 12192000"/>
              <a:gd name="connsiteY8" fmla="*/ 6505105 h 6858000"/>
              <a:gd name="connsiteX9" fmla="*/ 1138553 w 12192000"/>
              <a:gd name="connsiteY9" fmla="*/ 6527013 h 6858000"/>
              <a:gd name="connsiteX10" fmla="*/ 1121408 w 12192000"/>
              <a:gd name="connsiteY10" fmla="*/ 6512725 h 6858000"/>
              <a:gd name="connsiteX11" fmla="*/ 1138553 w 12192000"/>
              <a:gd name="connsiteY11" fmla="*/ 6499390 h 6858000"/>
              <a:gd name="connsiteX12" fmla="*/ 1151888 w 12192000"/>
              <a:gd name="connsiteY12" fmla="*/ 6499390 h 6858000"/>
              <a:gd name="connsiteX13" fmla="*/ 1162365 w 12192000"/>
              <a:gd name="connsiteY13" fmla="*/ 6496532 h 6858000"/>
              <a:gd name="connsiteX14" fmla="*/ 736599 w 12192000"/>
              <a:gd name="connsiteY14" fmla="*/ 6455574 h 6858000"/>
              <a:gd name="connsiteX15" fmla="*/ 619442 w 12192000"/>
              <a:gd name="connsiteY15" fmla="*/ 6523203 h 6858000"/>
              <a:gd name="connsiteX16" fmla="*/ 632777 w 12192000"/>
              <a:gd name="connsiteY16" fmla="*/ 6552731 h 6858000"/>
              <a:gd name="connsiteX17" fmla="*/ 646112 w 12192000"/>
              <a:gd name="connsiteY17" fmla="*/ 6571781 h 6858000"/>
              <a:gd name="connsiteX18" fmla="*/ 765174 w 12192000"/>
              <a:gd name="connsiteY18" fmla="*/ 6503200 h 6858000"/>
              <a:gd name="connsiteX19" fmla="*/ 736599 w 12192000"/>
              <a:gd name="connsiteY19" fmla="*/ 6455574 h 6858000"/>
              <a:gd name="connsiteX20" fmla="*/ 1781490 w 12192000"/>
              <a:gd name="connsiteY20" fmla="*/ 6452716 h 6858000"/>
              <a:gd name="connsiteX21" fmla="*/ 1808160 w 12192000"/>
              <a:gd name="connsiteY21" fmla="*/ 6474624 h 6858000"/>
              <a:gd name="connsiteX22" fmla="*/ 1753867 w 12192000"/>
              <a:gd name="connsiteY22" fmla="*/ 6474624 h 6858000"/>
              <a:gd name="connsiteX23" fmla="*/ 1781490 w 12192000"/>
              <a:gd name="connsiteY23" fmla="*/ 6452716 h 6858000"/>
              <a:gd name="connsiteX24" fmla="*/ 1309050 w 12192000"/>
              <a:gd name="connsiteY24" fmla="*/ 6426999 h 6858000"/>
              <a:gd name="connsiteX25" fmla="*/ 1309050 w 12192000"/>
              <a:gd name="connsiteY25" fmla="*/ 6456526 h 6858000"/>
              <a:gd name="connsiteX26" fmla="*/ 1326195 w 12192000"/>
              <a:gd name="connsiteY26" fmla="*/ 6456526 h 6858000"/>
              <a:gd name="connsiteX27" fmla="*/ 1326195 w 12192000"/>
              <a:gd name="connsiteY27" fmla="*/ 6548920 h 6858000"/>
              <a:gd name="connsiteX28" fmla="*/ 1360485 w 12192000"/>
              <a:gd name="connsiteY28" fmla="*/ 6548920 h 6858000"/>
              <a:gd name="connsiteX29" fmla="*/ 1360485 w 12192000"/>
              <a:gd name="connsiteY29" fmla="*/ 6426999 h 6858000"/>
              <a:gd name="connsiteX30" fmla="*/ 1372868 w 12192000"/>
              <a:gd name="connsiteY30" fmla="*/ 6426998 h 6858000"/>
              <a:gd name="connsiteX31" fmla="*/ 1414778 w 12192000"/>
              <a:gd name="connsiteY31" fmla="*/ 6548920 h 6858000"/>
              <a:gd name="connsiteX32" fmla="*/ 1457640 w 12192000"/>
              <a:gd name="connsiteY32" fmla="*/ 6548920 h 6858000"/>
              <a:gd name="connsiteX33" fmla="*/ 1501455 w 12192000"/>
              <a:gd name="connsiteY33" fmla="*/ 6426998 h 6858000"/>
              <a:gd name="connsiteX34" fmla="*/ 1465260 w 12192000"/>
              <a:gd name="connsiteY34" fmla="*/ 6426998 h 6858000"/>
              <a:gd name="connsiteX35" fmla="*/ 1437638 w 12192000"/>
              <a:gd name="connsiteY35" fmla="*/ 6511772 h 6858000"/>
              <a:gd name="connsiteX36" fmla="*/ 1410015 w 12192000"/>
              <a:gd name="connsiteY36" fmla="*/ 6426998 h 6858000"/>
              <a:gd name="connsiteX37" fmla="*/ 1781490 w 12192000"/>
              <a:gd name="connsiteY37" fmla="*/ 6425093 h 6858000"/>
              <a:gd name="connsiteX38" fmla="*/ 1718625 w 12192000"/>
              <a:gd name="connsiteY38" fmla="*/ 6488912 h 6858000"/>
              <a:gd name="connsiteX39" fmla="*/ 1782442 w 12192000"/>
              <a:gd name="connsiteY39" fmla="*/ 6552730 h 6858000"/>
              <a:gd name="connsiteX40" fmla="*/ 1843402 w 12192000"/>
              <a:gd name="connsiteY40" fmla="*/ 6514629 h 6858000"/>
              <a:gd name="connsiteX41" fmla="*/ 1807207 w 12192000"/>
              <a:gd name="connsiteY41" fmla="*/ 6510819 h 6858000"/>
              <a:gd name="connsiteX42" fmla="*/ 1782442 w 12192000"/>
              <a:gd name="connsiteY42" fmla="*/ 6523202 h 6858000"/>
              <a:gd name="connsiteX43" fmla="*/ 1754820 w 12192000"/>
              <a:gd name="connsiteY43" fmla="*/ 6498437 h 6858000"/>
              <a:gd name="connsiteX44" fmla="*/ 1845307 w 12192000"/>
              <a:gd name="connsiteY44" fmla="*/ 6498437 h 6858000"/>
              <a:gd name="connsiteX45" fmla="*/ 1845307 w 12192000"/>
              <a:gd name="connsiteY45" fmla="*/ 6497484 h 6858000"/>
              <a:gd name="connsiteX46" fmla="*/ 1781490 w 12192000"/>
              <a:gd name="connsiteY46" fmla="*/ 6425093 h 6858000"/>
              <a:gd name="connsiteX47" fmla="*/ 1282380 w 12192000"/>
              <a:gd name="connsiteY47" fmla="*/ 6425093 h 6858000"/>
              <a:gd name="connsiteX48" fmla="*/ 1250947 w 12192000"/>
              <a:gd name="connsiteY48" fmla="*/ 6446048 h 6858000"/>
              <a:gd name="connsiteX49" fmla="*/ 1250947 w 12192000"/>
              <a:gd name="connsiteY49" fmla="*/ 6426998 h 6858000"/>
              <a:gd name="connsiteX50" fmla="*/ 1217610 w 12192000"/>
              <a:gd name="connsiteY50" fmla="*/ 6426998 h 6858000"/>
              <a:gd name="connsiteX51" fmla="*/ 1217610 w 12192000"/>
              <a:gd name="connsiteY51" fmla="*/ 6548920 h 6858000"/>
              <a:gd name="connsiteX52" fmla="*/ 1251900 w 12192000"/>
              <a:gd name="connsiteY52" fmla="*/ 6548920 h 6858000"/>
              <a:gd name="connsiteX53" fmla="*/ 1251900 w 12192000"/>
              <a:gd name="connsiteY53" fmla="*/ 6490817 h 6858000"/>
              <a:gd name="connsiteX54" fmla="*/ 1277617 w 12192000"/>
              <a:gd name="connsiteY54" fmla="*/ 6461289 h 6858000"/>
              <a:gd name="connsiteX55" fmla="*/ 1291905 w 12192000"/>
              <a:gd name="connsiteY55" fmla="*/ 6461289 h 6858000"/>
              <a:gd name="connsiteX56" fmla="*/ 1291905 w 12192000"/>
              <a:gd name="connsiteY56" fmla="*/ 6426046 h 6858000"/>
              <a:gd name="connsiteX57" fmla="*/ 1282380 w 12192000"/>
              <a:gd name="connsiteY57" fmla="*/ 6425093 h 6858000"/>
              <a:gd name="connsiteX58" fmla="*/ 1562414 w 12192000"/>
              <a:gd name="connsiteY58" fmla="*/ 6424141 h 6858000"/>
              <a:gd name="connsiteX59" fmla="*/ 1510027 w 12192000"/>
              <a:gd name="connsiteY59" fmla="*/ 6439381 h 6858000"/>
              <a:gd name="connsiteX60" fmla="*/ 1523362 w 12192000"/>
              <a:gd name="connsiteY60" fmla="*/ 6465099 h 6858000"/>
              <a:gd name="connsiteX61" fmla="*/ 1559557 w 12192000"/>
              <a:gd name="connsiteY61" fmla="*/ 6453669 h 6858000"/>
              <a:gd name="connsiteX62" fmla="*/ 1579559 w 12192000"/>
              <a:gd name="connsiteY62" fmla="*/ 6467957 h 6858000"/>
              <a:gd name="connsiteX63" fmla="*/ 1580512 w 12192000"/>
              <a:gd name="connsiteY63" fmla="*/ 6468909 h 6858000"/>
              <a:gd name="connsiteX64" fmla="*/ 1571939 w 12192000"/>
              <a:gd name="connsiteY64" fmla="*/ 6476529 h 6858000"/>
              <a:gd name="connsiteX65" fmla="*/ 1548127 w 12192000"/>
              <a:gd name="connsiteY65" fmla="*/ 6476529 h 6858000"/>
              <a:gd name="connsiteX66" fmla="*/ 1504312 w 12192000"/>
              <a:gd name="connsiteY66" fmla="*/ 6513677 h 6858000"/>
              <a:gd name="connsiteX67" fmla="*/ 1547174 w 12192000"/>
              <a:gd name="connsiteY67" fmla="*/ 6551778 h 6858000"/>
              <a:gd name="connsiteX68" fmla="*/ 1581464 w 12192000"/>
              <a:gd name="connsiteY68" fmla="*/ 6537490 h 6858000"/>
              <a:gd name="connsiteX69" fmla="*/ 1581464 w 12192000"/>
              <a:gd name="connsiteY69" fmla="*/ 6548920 h 6858000"/>
              <a:gd name="connsiteX70" fmla="*/ 1615754 w 12192000"/>
              <a:gd name="connsiteY70" fmla="*/ 6548920 h 6858000"/>
              <a:gd name="connsiteX71" fmla="*/ 1615754 w 12192000"/>
              <a:gd name="connsiteY71" fmla="*/ 6468909 h 6858000"/>
              <a:gd name="connsiteX72" fmla="*/ 1562414 w 12192000"/>
              <a:gd name="connsiteY72" fmla="*/ 6424141 h 6858000"/>
              <a:gd name="connsiteX73" fmla="*/ 1145220 w 12192000"/>
              <a:gd name="connsiteY73" fmla="*/ 6424141 h 6858000"/>
              <a:gd name="connsiteX74" fmla="*/ 1092833 w 12192000"/>
              <a:gd name="connsiteY74" fmla="*/ 6439381 h 6858000"/>
              <a:gd name="connsiteX75" fmla="*/ 1106168 w 12192000"/>
              <a:gd name="connsiteY75" fmla="*/ 6465099 h 6858000"/>
              <a:gd name="connsiteX76" fmla="*/ 1142363 w 12192000"/>
              <a:gd name="connsiteY76" fmla="*/ 6453669 h 6858000"/>
              <a:gd name="connsiteX77" fmla="*/ 1162365 w 12192000"/>
              <a:gd name="connsiteY77" fmla="*/ 6467957 h 6858000"/>
              <a:gd name="connsiteX78" fmla="*/ 1163318 w 12192000"/>
              <a:gd name="connsiteY78" fmla="*/ 6468909 h 6858000"/>
              <a:gd name="connsiteX79" fmla="*/ 1154745 w 12192000"/>
              <a:gd name="connsiteY79" fmla="*/ 6476529 h 6858000"/>
              <a:gd name="connsiteX80" fmla="*/ 1130933 w 12192000"/>
              <a:gd name="connsiteY80" fmla="*/ 6476529 h 6858000"/>
              <a:gd name="connsiteX81" fmla="*/ 1087118 w 12192000"/>
              <a:gd name="connsiteY81" fmla="*/ 6513677 h 6858000"/>
              <a:gd name="connsiteX82" fmla="*/ 1129980 w 12192000"/>
              <a:gd name="connsiteY82" fmla="*/ 6551778 h 6858000"/>
              <a:gd name="connsiteX83" fmla="*/ 1164270 w 12192000"/>
              <a:gd name="connsiteY83" fmla="*/ 6537490 h 6858000"/>
              <a:gd name="connsiteX84" fmla="*/ 1164270 w 12192000"/>
              <a:gd name="connsiteY84" fmla="*/ 6548920 h 6858000"/>
              <a:gd name="connsiteX85" fmla="*/ 1198560 w 12192000"/>
              <a:gd name="connsiteY85" fmla="*/ 6548920 h 6858000"/>
              <a:gd name="connsiteX86" fmla="*/ 1198560 w 12192000"/>
              <a:gd name="connsiteY86" fmla="*/ 6468909 h 6858000"/>
              <a:gd name="connsiteX87" fmla="*/ 1145220 w 12192000"/>
              <a:gd name="connsiteY87" fmla="*/ 6424141 h 6858000"/>
              <a:gd name="connsiteX88" fmla="*/ 587056 w 12192000"/>
              <a:gd name="connsiteY88" fmla="*/ 6386040 h 6858000"/>
              <a:gd name="connsiteX89" fmla="*/ 564196 w 12192000"/>
              <a:gd name="connsiteY89" fmla="*/ 6386993 h 6858000"/>
              <a:gd name="connsiteX90" fmla="*/ 564196 w 12192000"/>
              <a:gd name="connsiteY90" fmla="*/ 6524155 h 6858000"/>
              <a:gd name="connsiteX91" fmla="*/ 587056 w 12192000"/>
              <a:gd name="connsiteY91" fmla="*/ 6526060 h 6858000"/>
              <a:gd name="connsiteX92" fmla="*/ 619441 w 12192000"/>
              <a:gd name="connsiteY92" fmla="*/ 6523202 h 6858000"/>
              <a:gd name="connsiteX93" fmla="*/ 613726 w 12192000"/>
              <a:gd name="connsiteY93" fmla="*/ 6406043 h 6858000"/>
              <a:gd name="connsiteX94" fmla="*/ 619441 w 12192000"/>
              <a:gd name="connsiteY94" fmla="*/ 6388898 h 6858000"/>
              <a:gd name="connsiteX95" fmla="*/ 587056 w 12192000"/>
              <a:gd name="connsiteY95" fmla="*/ 6386040 h 6858000"/>
              <a:gd name="connsiteX96" fmla="*/ 1647187 w 12192000"/>
              <a:gd name="connsiteY96" fmla="*/ 6381278 h 6858000"/>
              <a:gd name="connsiteX97" fmla="*/ 1647187 w 12192000"/>
              <a:gd name="connsiteY97" fmla="*/ 6427951 h 6858000"/>
              <a:gd name="connsiteX98" fmla="*/ 1628137 w 12192000"/>
              <a:gd name="connsiteY98" fmla="*/ 6427951 h 6858000"/>
              <a:gd name="connsiteX99" fmla="*/ 1628137 w 12192000"/>
              <a:gd name="connsiteY99" fmla="*/ 6457479 h 6858000"/>
              <a:gd name="connsiteX100" fmla="*/ 1647187 w 12192000"/>
              <a:gd name="connsiteY100" fmla="*/ 6457479 h 6858000"/>
              <a:gd name="connsiteX101" fmla="*/ 1647187 w 12192000"/>
              <a:gd name="connsiteY101" fmla="*/ 6524155 h 6858000"/>
              <a:gd name="connsiteX102" fmla="*/ 1682429 w 12192000"/>
              <a:gd name="connsiteY102" fmla="*/ 6551778 h 6858000"/>
              <a:gd name="connsiteX103" fmla="*/ 1709099 w 12192000"/>
              <a:gd name="connsiteY103" fmla="*/ 6549873 h 6858000"/>
              <a:gd name="connsiteX104" fmla="*/ 1709099 w 12192000"/>
              <a:gd name="connsiteY104" fmla="*/ 6520345 h 6858000"/>
              <a:gd name="connsiteX105" fmla="*/ 1692907 w 12192000"/>
              <a:gd name="connsiteY105" fmla="*/ 6520345 h 6858000"/>
              <a:gd name="connsiteX106" fmla="*/ 1681477 w 12192000"/>
              <a:gd name="connsiteY106" fmla="*/ 6511772 h 6858000"/>
              <a:gd name="connsiteX107" fmla="*/ 1681477 w 12192000"/>
              <a:gd name="connsiteY107" fmla="*/ 6456526 h 6858000"/>
              <a:gd name="connsiteX108" fmla="*/ 1708147 w 12192000"/>
              <a:gd name="connsiteY108" fmla="*/ 6456526 h 6858000"/>
              <a:gd name="connsiteX109" fmla="*/ 1708147 w 12192000"/>
              <a:gd name="connsiteY109" fmla="*/ 6426998 h 6858000"/>
              <a:gd name="connsiteX110" fmla="*/ 1681477 w 12192000"/>
              <a:gd name="connsiteY110" fmla="*/ 6426998 h 6858000"/>
              <a:gd name="connsiteX111" fmla="*/ 1681477 w 12192000"/>
              <a:gd name="connsiteY111" fmla="*/ 6381278 h 6858000"/>
              <a:gd name="connsiteX112" fmla="*/ 1341435 w 12192000"/>
              <a:gd name="connsiteY112" fmla="*/ 6363180 h 6858000"/>
              <a:gd name="connsiteX113" fmla="*/ 1319527 w 12192000"/>
              <a:gd name="connsiteY113" fmla="*/ 6385088 h 6858000"/>
              <a:gd name="connsiteX114" fmla="*/ 1341435 w 12192000"/>
              <a:gd name="connsiteY114" fmla="*/ 6406996 h 6858000"/>
              <a:gd name="connsiteX115" fmla="*/ 1363342 w 12192000"/>
              <a:gd name="connsiteY115" fmla="*/ 6385088 h 6858000"/>
              <a:gd name="connsiteX116" fmla="*/ 1341435 w 12192000"/>
              <a:gd name="connsiteY116" fmla="*/ 6363180 h 6858000"/>
              <a:gd name="connsiteX117" fmla="*/ 1032826 w 12192000"/>
              <a:gd name="connsiteY117" fmla="*/ 6363180 h 6858000"/>
              <a:gd name="connsiteX118" fmla="*/ 1032826 w 12192000"/>
              <a:gd name="connsiteY118" fmla="*/ 6548920 h 6858000"/>
              <a:gd name="connsiteX119" fmla="*/ 1067116 w 12192000"/>
              <a:gd name="connsiteY119" fmla="*/ 6548920 h 6858000"/>
              <a:gd name="connsiteX120" fmla="*/ 1067116 w 12192000"/>
              <a:gd name="connsiteY120" fmla="*/ 6363180 h 6858000"/>
              <a:gd name="connsiteX121" fmla="*/ 922336 w 12192000"/>
              <a:gd name="connsiteY121" fmla="*/ 6359370 h 6858000"/>
              <a:gd name="connsiteX122" fmla="*/ 825181 w 12192000"/>
              <a:gd name="connsiteY122" fmla="*/ 6455574 h 6858000"/>
              <a:gd name="connsiteX123" fmla="*/ 922336 w 12192000"/>
              <a:gd name="connsiteY123" fmla="*/ 6551778 h 6858000"/>
              <a:gd name="connsiteX124" fmla="*/ 1013776 w 12192000"/>
              <a:gd name="connsiteY124" fmla="*/ 6482244 h 6858000"/>
              <a:gd name="connsiteX125" fmla="*/ 973771 w 12192000"/>
              <a:gd name="connsiteY125" fmla="*/ 6482244 h 6858000"/>
              <a:gd name="connsiteX126" fmla="*/ 923288 w 12192000"/>
              <a:gd name="connsiteY126" fmla="*/ 6517488 h 6858000"/>
              <a:gd name="connsiteX127" fmla="*/ 865186 w 12192000"/>
              <a:gd name="connsiteY127" fmla="*/ 6455574 h 6858000"/>
              <a:gd name="connsiteX128" fmla="*/ 923288 w 12192000"/>
              <a:gd name="connsiteY128" fmla="*/ 6393661 h 6858000"/>
              <a:gd name="connsiteX129" fmla="*/ 972818 w 12192000"/>
              <a:gd name="connsiteY129" fmla="*/ 6428904 h 6858000"/>
              <a:gd name="connsiteX130" fmla="*/ 1013776 w 12192000"/>
              <a:gd name="connsiteY130" fmla="*/ 6428904 h 6858000"/>
              <a:gd name="connsiteX131" fmla="*/ 922336 w 12192000"/>
              <a:gd name="connsiteY131" fmla="*/ 6359370 h 6858000"/>
              <a:gd name="connsiteX132" fmla="*/ 646112 w 12192000"/>
              <a:gd name="connsiteY132" fmla="*/ 6339367 h 6858000"/>
              <a:gd name="connsiteX133" fmla="*/ 619442 w 12192000"/>
              <a:gd name="connsiteY133" fmla="*/ 6387945 h 6858000"/>
              <a:gd name="connsiteX134" fmla="*/ 735647 w 12192000"/>
              <a:gd name="connsiteY134" fmla="*/ 6455574 h 6858000"/>
              <a:gd name="connsiteX135" fmla="*/ 764222 w 12192000"/>
              <a:gd name="connsiteY135" fmla="*/ 6407948 h 6858000"/>
              <a:gd name="connsiteX136" fmla="*/ 646112 w 12192000"/>
              <a:gd name="connsiteY136" fmla="*/ 6339367 h 6858000"/>
              <a:gd name="connsiteX137" fmla="*/ 0 w 12192000"/>
              <a:gd name="connsiteY137" fmla="*/ 0 h 6858000"/>
              <a:gd name="connsiteX138" fmla="*/ 7104065 w 12192000"/>
              <a:gd name="connsiteY138" fmla="*/ 0 h 6858000"/>
              <a:gd name="connsiteX139" fmla="*/ 8040688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8040688 w 12192000"/>
              <a:gd name="connsiteY142" fmla="*/ 6858000 h 6858000"/>
              <a:gd name="connsiteX143" fmla="*/ 7104065 w 12192000"/>
              <a:gd name="connsiteY143" fmla="*/ 6858000 h 6858000"/>
              <a:gd name="connsiteX144" fmla="*/ 0 w 12192000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12192000" h="6858000">
                <a:moveTo>
                  <a:pt x="1579559" y="6496532"/>
                </a:moveTo>
                <a:lnTo>
                  <a:pt x="1579559" y="6505105"/>
                </a:lnTo>
                <a:cubicBezTo>
                  <a:pt x="1579559" y="6520345"/>
                  <a:pt x="1566224" y="6527013"/>
                  <a:pt x="1555747" y="6527013"/>
                </a:cubicBezTo>
                <a:cubicBezTo>
                  <a:pt x="1545269" y="6527013"/>
                  <a:pt x="1538602" y="6521298"/>
                  <a:pt x="1538602" y="6512725"/>
                </a:cubicBezTo>
                <a:cubicBezTo>
                  <a:pt x="1538602" y="6504152"/>
                  <a:pt x="1545269" y="6499390"/>
                  <a:pt x="1555747" y="6499390"/>
                </a:cubicBezTo>
                <a:lnTo>
                  <a:pt x="1569082" y="6499390"/>
                </a:lnTo>
                <a:cubicBezTo>
                  <a:pt x="1573844" y="6499390"/>
                  <a:pt x="1577654" y="6498437"/>
                  <a:pt x="1579559" y="6496532"/>
                </a:cubicBezTo>
                <a:close/>
                <a:moveTo>
                  <a:pt x="1162365" y="6496532"/>
                </a:moveTo>
                <a:lnTo>
                  <a:pt x="1162365" y="6505105"/>
                </a:lnTo>
                <a:cubicBezTo>
                  <a:pt x="1162365" y="6520345"/>
                  <a:pt x="1149030" y="6527013"/>
                  <a:pt x="1138553" y="6527013"/>
                </a:cubicBezTo>
                <a:cubicBezTo>
                  <a:pt x="1128075" y="6527013"/>
                  <a:pt x="1121408" y="6521298"/>
                  <a:pt x="1121408" y="6512725"/>
                </a:cubicBezTo>
                <a:cubicBezTo>
                  <a:pt x="1121408" y="6504152"/>
                  <a:pt x="1128075" y="6499390"/>
                  <a:pt x="1138553" y="6499390"/>
                </a:cubicBezTo>
                <a:lnTo>
                  <a:pt x="1151888" y="6499390"/>
                </a:lnTo>
                <a:cubicBezTo>
                  <a:pt x="1156650" y="6499390"/>
                  <a:pt x="1160460" y="6498437"/>
                  <a:pt x="1162365" y="6496532"/>
                </a:cubicBezTo>
                <a:close/>
                <a:moveTo>
                  <a:pt x="736599" y="6455574"/>
                </a:moveTo>
                <a:cubicBezTo>
                  <a:pt x="707072" y="6490817"/>
                  <a:pt x="666114" y="6515582"/>
                  <a:pt x="619442" y="6523203"/>
                </a:cubicBezTo>
                <a:cubicBezTo>
                  <a:pt x="623252" y="6532728"/>
                  <a:pt x="628014" y="6543205"/>
                  <a:pt x="632777" y="6552731"/>
                </a:cubicBezTo>
                <a:cubicBezTo>
                  <a:pt x="636587" y="6559398"/>
                  <a:pt x="641349" y="6566066"/>
                  <a:pt x="646112" y="6571781"/>
                </a:cubicBezTo>
                <a:cubicBezTo>
                  <a:pt x="691832" y="6560351"/>
                  <a:pt x="732789" y="6536538"/>
                  <a:pt x="765174" y="6503200"/>
                </a:cubicBezTo>
                <a:cubicBezTo>
                  <a:pt x="757554" y="6486054"/>
                  <a:pt x="748029" y="6469862"/>
                  <a:pt x="736599" y="6455574"/>
                </a:cubicBezTo>
                <a:close/>
                <a:moveTo>
                  <a:pt x="1781490" y="6452716"/>
                </a:moveTo>
                <a:cubicBezTo>
                  <a:pt x="1795777" y="6452716"/>
                  <a:pt x="1806255" y="6462241"/>
                  <a:pt x="1808160" y="6474624"/>
                </a:cubicBezTo>
                <a:lnTo>
                  <a:pt x="1753867" y="6474624"/>
                </a:lnTo>
                <a:cubicBezTo>
                  <a:pt x="1756725" y="6461289"/>
                  <a:pt x="1767202" y="6452716"/>
                  <a:pt x="1781490" y="6452716"/>
                </a:cubicBezTo>
                <a:close/>
                <a:moveTo>
                  <a:pt x="1309050" y="6426999"/>
                </a:moveTo>
                <a:lnTo>
                  <a:pt x="1309050" y="6456526"/>
                </a:lnTo>
                <a:lnTo>
                  <a:pt x="1326195" y="6456526"/>
                </a:lnTo>
                <a:lnTo>
                  <a:pt x="1326195" y="6548920"/>
                </a:lnTo>
                <a:lnTo>
                  <a:pt x="1360485" y="6548920"/>
                </a:lnTo>
                <a:lnTo>
                  <a:pt x="1360485" y="6426999"/>
                </a:lnTo>
                <a:close/>
                <a:moveTo>
                  <a:pt x="1372868" y="6426998"/>
                </a:moveTo>
                <a:lnTo>
                  <a:pt x="1414778" y="6548920"/>
                </a:lnTo>
                <a:lnTo>
                  <a:pt x="1457640" y="6548920"/>
                </a:lnTo>
                <a:lnTo>
                  <a:pt x="1501455" y="6426998"/>
                </a:lnTo>
                <a:lnTo>
                  <a:pt x="1465260" y="6426998"/>
                </a:lnTo>
                <a:lnTo>
                  <a:pt x="1437638" y="6511772"/>
                </a:lnTo>
                <a:lnTo>
                  <a:pt x="1410015" y="6426998"/>
                </a:lnTo>
                <a:close/>
                <a:moveTo>
                  <a:pt x="1781490" y="6425093"/>
                </a:moveTo>
                <a:cubicBezTo>
                  <a:pt x="1745295" y="6425093"/>
                  <a:pt x="1718625" y="6451763"/>
                  <a:pt x="1718625" y="6488912"/>
                </a:cubicBezTo>
                <a:cubicBezTo>
                  <a:pt x="1718625" y="6526060"/>
                  <a:pt x="1754820" y="6552730"/>
                  <a:pt x="1782442" y="6552730"/>
                </a:cubicBezTo>
                <a:cubicBezTo>
                  <a:pt x="1810065" y="6552730"/>
                  <a:pt x="1832925" y="6540347"/>
                  <a:pt x="1843402" y="6514629"/>
                </a:cubicBezTo>
                <a:lnTo>
                  <a:pt x="1807207" y="6510819"/>
                </a:lnTo>
                <a:cubicBezTo>
                  <a:pt x="1802445" y="6518439"/>
                  <a:pt x="1797682" y="6523202"/>
                  <a:pt x="1782442" y="6523202"/>
                </a:cubicBezTo>
                <a:cubicBezTo>
                  <a:pt x="1767202" y="6523202"/>
                  <a:pt x="1756725" y="6511772"/>
                  <a:pt x="1754820" y="6498437"/>
                </a:cubicBezTo>
                <a:lnTo>
                  <a:pt x="1845307" y="6498437"/>
                </a:lnTo>
                <a:lnTo>
                  <a:pt x="1845307" y="6497484"/>
                </a:lnTo>
                <a:cubicBezTo>
                  <a:pt x="1845307" y="6447001"/>
                  <a:pt x="1817685" y="6425093"/>
                  <a:pt x="1781490" y="6425093"/>
                </a:cubicBezTo>
                <a:close/>
                <a:moveTo>
                  <a:pt x="1282380" y="6425093"/>
                </a:moveTo>
                <a:cubicBezTo>
                  <a:pt x="1267140" y="6425093"/>
                  <a:pt x="1255710" y="6432713"/>
                  <a:pt x="1250947" y="6446048"/>
                </a:cubicBezTo>
                <a:lnTo>
                  <a:pt x="1250947" y="6426998"/>
                </a:lnTo>
                <a:lnTo>
                  <a:pt x="1217610" y="6426998"/>
                </a:lnTo>
                <a:lnTo>
                  <a:pt x="1217610" y="6548920"/>
                </a:lnTo>
                <a:lnTo>
                  <a:pt x="1251900" y="6548920"/>
                </a:lnTo>
                <a:lnTo>
                  <a:pt x="1251900" y="6490817"/>
                </a:lnTo>
                <a:cubicBezTo>
                  <a:pt x="1251900" y="6469861"/>
                  <a:pt x="1260472" y="6461289"/>
                  <a:pt x="1277617" y="6461289"/>
                </a:cubicBezTo>
                <a:lnTo>
                  <a:pt x="1291905" y="6461289"/>
                </a:lnTo>
                <a:cubicBezTo>
                  <a:pt x="1291905" y="6461289"/>
                  <a:pt x="1291905" y="6426046"/>
                  <a:pt x="1291905" y="6426046"/>
                </a:cubicBezTo>
                <a:cubicBezTo>
                  <a:pt x="1289047" y="6425093"/>
                  <a:pt x="1297620" y="6425093"/>
                  <a:pt x="1282380" y="6425093"/>
                </a:cubicBezTo>
                <a:close/>
                <a:moveTo>
                  <a:pt x="1562414" y="6424141"/>
                </a:moveTo>
                <a:cubicBezTo>
                  <a:pt x="1532887" y="6424141"/>
                  <a:pt x="1510027" y="6439381"/>
                  <a:pt x="1510027" y="6439381"/>
                </a:cubicBezTo>
                <a:lnTo>
                  <a:pt x="1523362" y="6465099"/>
                </a:lnTo>
                <a:cubicBezTo>
                  <a:pt x="1531934" y="6459384"/>
                  <a:pt x="1546222" y="6453669"/>
                  <a:pt x="1559557" y="6453669"/>
                </a:cubicBezTo>
                <a:cubicBezTo>
                  <a:pt x="1572892" y="6453669"/>
                  <a:pt x="1579559" y="6459384"/>
                  <a:pt x="1579559" y="6467957"/>
                </a:cubicBezTo>
                <a:lnTo>
                  <a:pt x="1580512" y="6468909"/>
                </a:lnTo>
                <a:cubicBezTo>
                  <a:pt x="1580512" y="6473672"/>
                  <a:pt x="1577654" y="6476529"/>
                  <a:pt x="1571939" y="6476529"/>
                </a:cubicBezTo>
                <a:lnTo>
                  <a:pt x="1548127" y="6476529"/>
                </a:lnTo>
                <a:cubicBezTo>
                  <a:pt x="1521457" y="6476529"/>
                  <a:pt x="1504312" y="6493675"/>
                  <a:pt x="1504312" y="6513677"/>
                </a:cubicBezTo>
                <a:cubicBezTo>
                  <a:pt x="1504312" y="6533680"/>
                  <a:pt x="1521457" y="6551778"/>
                  <a:pt x="1547174" y="6551778"/>
                </a:cubicBezTo>
                <a:cubicBezTo>
                  <a:pt x="1561462" y="6551778"/>
                  <a:pt x="1574797" y="6547015"/>
                  <a:pt x="1581464" y="6537490"/>
                </a:cubicBezTo>
                <a:lnTo>
                  <a:pt x="1581464" y="6548920"/>
                </a:lnTo>
                <a:lnTo>
                  <a:pt x="1615754" y="6548920"/>
                </a:lnTo>
                <a:lnTo>
                  <a:pt x="1615754" y="6468909"/>
                </a:lnTo>
                <a:cubicBezTo>
                  <a:pt x="1615754" y="6436524"/>
                  <a:pt x="1591942" y="6424141"/>
                  <a:pt x="1562414" y="6424141"/>
                </a:cubicBezTo>
                <a:close/>
                <a:moveTo>
                  <a:pt x="1145220" y="6424141"/>
                </a:moveTo>
                <a:cubicBezTo>
                  <a:pt x="1115693" y="6424141"/>
                  <a:pt x="1092833" y="6439381"/>
                  <a:pt x="1092833" y="6439381"/>
                </a:cubicBezTo>
                <a:lnTo>
                  <a:pt x="1106168" y="6465099"/>
                </a:lnTo>
                <a:cubicBezTo>
                  <a:pt x="1114740" y="6459384"/>
                  <a:pt x="1129028" y="6453669"/>
                  <a:pt x="1142363" y="6453669"/>
                </a:cubicBezTo>
                <a:cubicBezTo>
                  <a:pt x="1155698" y="6453669"/>
                  <a:pt x="1162365" y="6459384"/>
                  <a:pt x="1162365" y="6467957"/>
                </a:cubicBezTo>
                <a:lnTo>
                  <a:pt x="1163318" y="6468909"/>
                </a:lnTo>
                <a:cubicBezTo>
                  <a:pt x="1163318" y="6473672"/>
                  <a:pt x="1160460" y="6476529"/>
                  <a:pt x="1154745" y="6476529"/>
                </a:cubicBezTo>
                <a:lnTo>
                  <a:pt x="1130933" y="6476529"/>
                </a:lnTo>
                <a:cubicBezTo>
                  <a:pt x="1104263" y="6476529"/>
                  <a:pt x="1087118" y="6493675"/>
                  <a:pt x="1087118" y="6513677"/>
                </a:cubicBezTo>
                <a:cubicBezTo>
                  <a:pt x="1087118" y="6533680"/>
                  <a:pt x="1104263" y="6551778"/>
                  <a:pt x="1129980" y="6551778"/>
                </a:cubicBezTo>
                <a:cubicBezTo>
                  <a:pt x="1144268" y="6551778"/>
                  <a:pt x="1157603" y="6547015"/>
                  <a:pt x="1164270" y="6537490"/>
                </a:cubicBezTo>
                <a:lnTo>
                  <a:pt x="1164270" y="6548920"/>
                </a:lnTo>
                <a:lnTo>
                  <a:pt x="1198560" y="6548920"/>
                </a:lnTo>
                <a:lnTo>
                  <a:pt x="1198560" y="6468909"/>
                </a:lnTo>
                <a:cubicBezTo>
                  <a:pt x="1198560" y="6436524"/>
                  <a:pt x="1174748" y="6424141"/>
                  <a:pt x="1145220" y="6424141"/>
                </a:cubicBezTo>
                <a:close/>
                <a:moveTo>
                  <a:pt x="587056" y="6386040"/>
                </a:moveTo>
                <a:cubicBezTo>
                  <a:pt x="575626" y="6386040"/>
                  <a:pt x="571816" y="6386040"/>
                  <a:pt x="564196" y="6386993"/>
                </a:cubicBezTo>
                <a:cubicBezTo>
                  <a:pt x="551814" y="6430808"/>
                  <a:pt x="550861" y="6478434"/>
                  <a:pt x="564196" y="6524155"/>
                </a:cubicBezTo>
                <a:cubicBezTo>
                  <a:pt x="571816" y="6524155"/>
                  <a:pt x="579436" y="6526060"/>
                  <a:pt x="587056" y="6526060"/>
                </a:cubicBezTo>
                <a:cubicBezTo>
                  <a:pt x="598486" y="6526060"/>
                  <a:pt x="608964" y="6525107"/>
                  <a:pt x="619441" y="6523202"/>
                </a:cubicBezTo>
                <a:cubicBezTo>
                  <a:pt x="605154" y="6486054"/>
                  <a:pt x="603249" y="6445096"/>
                  <a:pt x="613726" y="6406043"/>
                </a:cubicBezTo>
                <a:cubicBezTo>
                  <a:pt x="615631" y="6400328"/>
                  <a:pt x="617536" y="6394613"/>
                  <a:pt x="619441" y="6388898"/>
                </a:cubicBezTo>
                <a:cubicBezTo>
                  <a:pt x="608964" y="6386993"/>
                  <a:pt x="598486" y="6386040"/>
                  <a:pt x="587056" y="6386040"/>
                </a:cubicBezTo>
                <a:close/>
                <a:moveTo>
                  <a:pt x="1647187" y="6381278"/>
                </a:moveTo>
                <a:lnTo>
                  <a:pt x="1647187" y="6427951"/>
                </a:lnTo>
                <a:lnTo>
                  <a:pt x="1628137" y="6427951"/>
                </a:lnTo>
                <a:lnTo>
                  <a:pt x="1628137" y="6457479"/>
                </a:lnTo>
                <a:lnTo>
                  <a:pt x="1647187" y="6457479"/>
                </a:lnTo>
                <a:lnTo>
                  <a:pt x="1647187" y="6524155"/>
                </a:lnTo>
                <a:cubicBezTo>
                  <a:pt x="1647187" y="6548920"/>
                  <a:pt x="1665284" y="6551778"/>
                  <a:pt x="1682429" y="6551778"/>
                </a:cubicBezTo>
                <a:cubicBezTo>
                  <a:pt x="1691954" y="6551778"/>
                  <a:pt x="1709099" y="6549873"/>
                  <a:pt x="1709099" y="6549873"/>
                </a:cubicBezTo>
                <a:lnTo>
                  <a:pt x="1709099" y="6520345"/>
                </a:lnTo>
                <a:cubicBezTo>
                  <a:pt x="1709099" y="6520345"/>
                  <a:pt x="1701479" y="6520345"/>
                  <a:pt x="1692907" y="6520345"/>
                </a:cubicBezTo>
                <a:cubicBezTo>
                  <a:pt x="1687192" y="6520345"/>
                  <a:pt x="1681477" y="6519392"/>
                  <a:pt x="1681477" y="6511772"/>
                </a:cubicBezTo>
                <a:lnTo>
                  <a:pt x="1681477" y="6456526"/>
                </a:lnTo>
                <a:lnTo>
                  <a:pt x="1708147" y="6456526"/>
                </a:lnTo>
                <a:lnTo>
                  <a:pt x="1708147" y="6426998"/>
                </a:lnTo>
                <a:lnTo>
                  <a:pt x="1681477" y="6426998"/>
                </a:lnTo>
                <a:lnTo>
                  <a:pt x="1681477" y="6381278"/>
                </a:lnTo>
                <a:close/>
                <a:moveTo>
                  <a:pt x="1341435" y="6363180"/>
                </a:moveTo>
                <a:cubicBezTo>
                  <a:pt x="1329052" y="6363180"/>
                  <a:pt x="1319527" y="6372705"/>
                  <a:pt x="1319527" y="6385088"/>
                </a:cubicBezTo>
                <a:cubicBezTo>
                  <a:pt x="1319527" y="6397471"/>
                  <a:pt x="1329052" y="6406996"/>
                  <a:pt x="1341435" y="6406996"/>
                </a:cubicBezTo>
                <a:cubicBezTo>
                  <a:pt x="1353817" y="6406996"/>
                  <a:pt x="1363342" y="6396518"/>
                  <a:pt x="1363342" y="6385088"/>
                </a:cubicBezTo>
                <a:cubicBezTo>
                  <a:pt x="1363342" y="6373658"/>
                  <a:pt x="1353817" y="6363180"/>
                  <a:pt x="1341435" y="6363180"/>
                </a:cubicBezTo>
                <a:close/>
                <a:moveTo>
                  <a:pt x="1032826" y="6363180"/>
                </a:moveTo>
                <a:lnTo>
                  <a:pt x="1032826" y="6548920"/>
                </a:lnTo>
                <a:lnTo>
                  <a:pt x="1067116" y="6548920"/>
                </a:lnTo>
                <a:lnTo>
                  <a:pt x="1067116" y="6363180"/>
                </a:lnTo>
                <a:close/>
                <a:moveTo>
                  <a:pt x="922336" y="6359370"/>
                </a:moveTo>
                <a:cubicBezTo>
                  <a:pt x="867091" y="6359370"/>
                  <a:pt x="825181" y="6399376"/>
                  <a:pt x="825181" y="6455574"/>
                </a:cubicBezTo>
                <a:cubicBezTo>
                  <a:pt x="825181" y="6511772"/>
                  <a:pt x="880426" y="6551778"/>
                  <a:pt x="922336" y="6551778"/>
                </a:cubicBezTo>
                <a:cubicBezTo>
                  <a:pt x="964246" y="6551778"/>
                  <a:pt x="1003298" y="6526060"/>
                  <a:pt x="1013776" y="6482244"/>
                </a:cubicBezTo>
                <a:lnTo>
                  <a:pt x="973771" y="6482244"/>
                </a:lnTo>
                <a:cubicBezTo>
                  <a:pt x="967103" y="6504152"/>
                  <a:pt x="948053" y="6517488"/>
                  <a:pt x="923288" y="6517488"/>
                </a:cubicBezTo>
                <a:cubicBezTo>
                  <a:pt x="888046" y="6517488"/>
                  <a:pt x="865186" y="6490817"/>
                  <a:pt x="865186" y="6455574"/>
                </a:cubicBezTo>
                <a:cubicBezTo>
                  <a:pt x="865186" y="6420331"/>
                  <a:pt x="888046" y="6393661"/>
                  <a:pt x="923288" y="6393661"/>
                </a:cubicBezTo>
                <a:cubicBezTo>
                  <a:pt x="947101" y="6393661"/>
                  <a:pt x="966151" y="6406996"/>
                  <a:pt x="972818" y="6428904"/>
                </a:cubicBezTo>
                <a:lnTo>
                  <a:pt x="1013776" y="6428904"/>
                </a:lnTo>
                <a:cubicBezTo>
                  <a:pt x="1002346" y="6385088"/>
                  <a:pt x="977581" y="6359370"/>
                  <a:pt x="922336" y="6359370"/>
                </a:cubicBezTo>
                <a:close/>
                <a:moveTo>
                  <a:pt x="646112" y="6339367"/>
                </a:moveTo>
                <a:cubicBezTo>
                  <a:pt x="634682" y="6354607"/>
                  <a:pt x="626109" y="6370800"/>
                  <a:pt x="619442" y="6387945"/>
                </a:cubicBezTo>
                <a:cubicBezTo>
                  <a:pt x="666114" y="6395565"/>
                  <a:pt x="707072" y="6420331"/>
                  <a:pt x="735647" y="6455574"/>
                </a:cubicBezTo>
                <a:cubicBezTo>
                  <a:pt x="747077" y="6441286"/>
                  <a:pt x="757554" y="6425093"/>
                  <a:pt x="764222" y="6407948"/>
                </a:cubicBezTo>
                <a:cubicBezTo>
                  <a:pt x="732789" y="6375563"/>
                  <a:pt x="691832" y="6350797"/>
                  <a:pt x="646112" y="6339367"/>
                </a:cubicBezTo>
                <a:close/>
                <a:moveTo>
                  <a:pt x="0" y="0"/>
                </a:moveTo>
                <a:lnTo>
                  <a:pt x="7104065" y="0"/>
                </a:lnTo>
                <a:lnTo>
                  <a:pt x="8040688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8040688" y="6858000"/>
                </a:lnTo>
                <a:lnTo>
                  <a:pt x="7104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tIns="180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</a:t>
            </a:r>
            <a:r>
              <a:rPr lang="en-US" noProof="0" dirty="0"/>
              <a:t>center</a:t>
            </a:r>
            <a:r>
              <a:rPr lang="en-US" dirty="0"/>
              <a:t> icon to insert dark image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8C0EE5-7595-B97C-61F7-F69AAADB86E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87488" y="2979813"/>
            <a:ext cx="8280400" cy="1107996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algn="l">
              <a:buNone/>
              <a:tabLst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“Quote copy, resize textbox </a:t>
            </a:r>
            <a:r>
              <a:rPr lang="en-US" dirty="0" err="1"/>
              <a:t>recolour</a:t>
            </a:r>
            <a:r>
              <a:rPr lang="en-US" dirty="0"/>
              <a:t> text as required”.</a:t>
            </a:r>
            <a:endParaRPr lang="en-GB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DDC60B7-E753-52DF-078B-3DC551E105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87488" y="4286568"/>
            <a:ext cx="3600450" cy="259239"/>
          </a:xfrm>
          <a:noFill/>
        </p:spPr>
        <p:txBody>
          <a:bodyPr/>
          <a:lstStyle>
            <a:lvl1pPr marL="0" indent="0" algn="l"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BB56A7A-43A7-EBC8-E591-5A304D5916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87488" y="4543748"/>
            <a:ext cx="3600450" cy="259239"/>
          </a:xfrm>
          <a:noFill/>
        </p:spPr>
        <p:txBody>
          <a:bodyPr/>
          <a:lstStyle>
            <a:lvl1pPr marL="0" indent="0" algn="l">
              <a:buNone/>
              <a:defRPr sz="1500">
                <a:solidFill>
                  <a:schemeClr val="accent1"/>
                </a:solidFill>
                <a:latin typeface="+mn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title, Company 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40860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EFA687-A9A1-CEF5-F3EC-C9AC77CD2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12"/>
            <a:ext cx="12192000" cy="685597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8C0EE5-7595-B97C-61F7-F69AAADB86E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87488" y="2979813"/>
            <a:ext cx="8280400" cy="1107996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algn="l">
              <a:buNone/>
              <a:tabLst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“Quote copy, resize textbox </a:t>
            </a:r>
            <a:r>
              <a:rPr lang="en-US" dirty="0" err="1"/>
              <a:t>recolour</a:t>
            </a:r>
            <a:r>
              <a:rPr lang="en-US" dirty="0"/>
              <a:t> text as required”.</a:t>
            </a:r>
            <a:endParaRPr lang="en-GB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DDC60B7-E753-52DF-078B-3DC551E105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87488" y="4286568"/>
            <a:ext cx="3600450" cy="259239"/>
          </a:xfrm>
          <a:noFill/>
        </p:spPr>
        <p:txBody>
          <a:bodyPr/>
          <a:lstStyle>
            <a:lvl1pPr marL="0" indent="0" algn="l"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BB56A7A-43A7-EBC8-E591-5A304D5916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87488" y="4543748"/>
            <a:ext cx="3600450" cy="259239"/>
          </a:xfrm>
          <a:noFill/>
        </p:spPr>
        <p:txBody>
          <a:bodyPr/>
          <a:lstStyle>
            <a:lvl1pPr marL="0" indent="0" algn="l">
              <a:buNone/>
              <a:defRPr sz="1500">
                <a:solidFill>
                  <a:schemeClr val="accent1"/>
                </a:solidFill>
                <a:latin typeface="+mn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title, Company 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B7B0F6-CF6F-71FA-9F7C-82608E9D5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47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Light Image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24388A-E89F-1465-CB42-4F8D1E8B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29338"/>
            <a:ext cx="227965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CAA78D0-D0A4-A0FA-888C-DEC2B44E9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579559 w 12192000"/>
              <a:gd name="connsiteY0" fmla="*/ 6496532 h 6858000"/>
              <a:gd name="connsiteX1" fmla="*/ 1579559 w 12192000"/>
              <a:gd name="connsiteY1" fmla="*/ 6505105 h 6858000"/>
              <a:gd name="connsiteX2" fmla="*/ 1555747 w 12192000"/>
              <a:gd name="connsiteY2" fmla="*/ 6527013 h 6858000"/>
              <a:gd name="connsiteX3" fmla="*/ 1538602 w 12192000"/>
              <a:gd name="connsiteY3" fmla="*/ 6512725 h 6858000"/>
              <a:gd name="connsiteX4" fmla="*/ 1555747 w 12192000"/>
              <a:gd name="connsiteY4" fmla="*/ 6499390 h 6858000"/>
              <a:gd name="connsiteX5" fmla="*/ 1569082 w 12192000"/>
              <a:gd name="connsiteY5" fmla="*/ 6499390 h 6858000"/>
              <a:gd name="connsiteX6" fmla="*/ 1579559 w 12192000"/>
              <a:gd name="connsiteY6" fmla="*/ 6496532 h 6858000"/>
              <a:gd name="connsiteX7" fmla="*/ 1162365 w 12192000"/>
              <a:gd name="connsiteY7" fmla="*/ 6496532 h 6858000"/>
              <a:gd name="connsiteX8" fmla="*/ 1162365 w 12192000"/>
              <a:gd name="connsiteY8" fmla="*/ 6505105 h 6858000"/>
              <a:gd name="connsiteX9" fmla="*/ 1138553 w 12192000"/>
              <a:gd name="connsiteY9" fmla="*/ 6527013 h 6858000"/>
              <a:gd name="connsiteX10" fmla="*/ 1121408 w 12192000"/>
              <a:gd name="connsiteY10" fmla="*/ 6512725 h 6858000"/>
              <a:gd name="connsiteX11" fmla="*/ 1138553 w 12192000"/>
              <a:gd name="connsiteY11" fmla="*/ 6499390 h 6858000"/>
              <a:gd name="connsiteX12" fmla="*/ 1151888 w 12192000"/>
              <a:gd name="connsiteY12" fmla="*/ 6499390 h 6858000"/>
              <a:gd name="connsiteX13" fmla="*/ 1162365 w 12192000"/>
              <a:gd name="connsiteY13" fmla="*/ 6496532 h 6858000"/>
              <a:gd name="connsiteX14" fmla="*/ 736599 w 12192000"/>
              <a:gd name="connsiteY14" fmla="*/ 6455574 h 6858000"/>
              <a:gd name="connsiteX15" fmla="*/ 619442 w 12192000"/>
              <a:gd name="connsiteY15" fmla="*/ 6523203 h 6858000"/>
              <a:gd name="connsiteX16" fmla="*/ 632777 w 12192000"/>
              <a:gd name="connsiteY16" fmla="*/ 6552731 h 6858000"/>
              <a:gd name="connsiteX17" fmla="*/ 646112 w 12192000"/>
              <a:gd name="connsiteY17" fmla="*/ 6571781 h 6858000"/>
              <a:gd name="connsiteX18" fmla="*/ 765174 w 12192000"/>
              <a:gd name="connsiteY18" fmla="*/ 6503200 h 6858000"/>
              <a:gd name="connsiteX19" fmla="*/ 736599 w 12192000"/>
              <a:gd name="connsiteY19" fmla="*/ 6455574 h 6858000"/>
              <a:gd name="connsiteX20" fmla="*/ 1781490 w 12192000"/>
              <a:gd name="connsiteY20" fmla="*/ 6452716 h 6858000"/>
              <a:gd name="connsiteX21" fmla="*/ 1808160 w 12192000"/>
              <a:gd name="connsiteY21" fmla="*/ 6474624 h 6858000"/>
              <a:gd name="connsiteX22" fmla="*/ 1753867 w 12192000"/>
              <a:gd name="connsiteY22" fmla="*/ 6474624 h 6858000"/>
              <a:gd name="connsiteX23" fmla="*/ 1781490 w 12192000"/>
              <a:gd name="connsiteY23" fmla="*/ 6452716 h 6858000"/>
              <a:gd name="connsiteX24" fmla="*/ 1309050 w 12192000"/>
              <a:gd name="connsiteY24" fmla="*/ 6426999 h 6858000"/>
              <a:gd name="connsiteX25" fmla="*/ 1309050 w 12192000"/>
              <a:gd name="connsiteY25" fmla="*/ 6456526 h 6858000"/>
              <a:gd name="connsiteX26" fmla="*/ 1326195 w 12192000"/>
              <a:gd name="connsiteY26" fmla="*/ 6456526 h 6858000"/>
              <a:gd name="connsiteX27" fmla="*/ 1326195 w 12192000"/>
              <a:gd name="connsiteY27" fmla="*/ 6548920 h 6858000"/>
              <a:gd name="connsiteX28" fmla="*/ 1360485 w 12192000"/>
              <a:gd name="connsiteY28" fmla="*/ 6548920 h 6858000"/>
              <a:gd name="connsiteX29" fmla="*/ 1360485 w 12192000"/>
              <a:gd name="connsiteY29" fmla="*/ 6426999 h 6858000"/>
              <a:gd name="connsiteX30" fmla="*/ 1372868 w 12192000"/>
              <a:gd name="connsiteY30" fmla="*/ 6426998 h 6858000"/>
              <a:gd name="connsiteX31" fmla="*/ 1414778 w 12192000"/>
              <a:gd name="connsiteY31" fmla="*/ 6548920 h 6858000"/>
              <a:gd name="connsiteX32" fmla="*/ 1457640 w 12192000"/>
              <a:gd name="connsiteY32" fmla="*/ 6548920 h 6858000"/>
              <a:gd name="connsiteX33" fmla="*/ 1501455 w 12192000"/>
              <a:gd name="connsiteY33" fmla="*/ 6426998 h 6858000"/>
              <a:gd name="connsiteX34" fmla="*/ 1465260 w 12192000"/>
              <a:gd name="connsiteY34" fmla="*/ 6426998 h 6858000"/>
              <a:gd name="connsiteX35" fmla="*/ 1437638 w 12192000"/>
              <a:gd name="connsiteY35" fmla="*/ 6511772 h 6858000"/>
              <a:gd name="connsiteX36" fmla="*/ 1410015 w 12192000"/>
              <a:gd name="connsiteY36" fmla="*/ 6426998 h 6858000"/>
              <a:gd name="connsiteX37" fmla="*/ 1781490 w 12192000"/>
              <a:gd name="connsiteY37" fmla="*/ 6425093 h 6858000"/>
              <a:gd name="connsiteX38" fmla="*/ 1718625 w 12192000"/>
              <a:gd name="connsiteY38" fmla="*/ 6488912 h 6858000"/>
              <a:gd name="connsiteX39" fmla="*/ 1782442 w 12192000"/>
              <a:gd name="connsiteY39" fmla="*/ 6552730 h 6858000"/>
              <a:gd name="connsiteX40" fmla="*/ 1843402 w 12192000"/>
              <a:gd name="connsiteY40" fmla="*/ 6514629 h 6858000"/>
              <a:gd name="connsiteX41" fmla="*/ 1807207 w 12192000"/>
              <a:gd name="connsiteY41" fmla="*/ 6510819 h 6858000"/>
              <a:gd name="connsiteX42" fmla="*/ 1782442 w 12192000"/>
              <a:gd name="connsiteY42" fmla="*/ 6523202 h 6858000"/>
              <a:gd name="connsiteX43" fmla="*/ 1754820 w 12192000"/>
              <a:gd name="connsiteY43" fmla="*/ 6498437 h 6858000"/>
              <a:gd name="connsiteX44" fmla="*/ 1845307 w 12192000"/>
              <a:gd name="connsiteY44" fmla="*/ 6498437 h 6858000"/>
              <a:gd name="connsiteX45" fmla="*/ 1845307 w 12192000"/>
              <a:gd name="connsiteY45" fmla="*/ 6497484 h 6858000"/>
              <a:gd name="connsiteX46" fmla="*/ 1781490 w 12192000"/>
              <a:gd name="connsiteY46" fmla="*/ 6425093 h 6858000"/>
              <a:gd name="connsiteX47" fmla="*/ 1282380 w 12192000"/>
              <a:gd name="connsiteY47" fmla="*/ 6425093 h 6858000"/>
              <a:gd name="connsiteX48" fmla="*/ 1250947 w 12192000"/>
              <a:gd name="connsiteY48" fmla="*/ 6446048 h 6858000"/>
              <a:gd name="connsiteX49" fmla="*/ 1250947 w 12192000"/>
              <a:gd name="connsiteY49" fmla="*/ 6426998 h 6858000"/>
              <a:gd name="connsiteX50" fmla="*/ 1217610 w 12192000"/>
              <a:gd name="connsiteY50" fmla="*/ 6426998 h 6858000"/>
              <a:gd name="connsiteX51" fmla="*/ 1217610 w 12192000"/>
              <a:gd name="connsiteY51" fmla="*/ 6548920 h 6858000"/>
              <a:gd name="connsiteX52" fmla="*/ 1251900 w 12192000"/>
              <a:gd name="connsiteY52" fmla="*/ 6548920 h 6858000"/>
              <a:gd name="connsiteX53" fmla="*/ 1251900 w 12192000"/>
              <a:gd name="connsiteY53" fmla="*/ 6490817 h 6858000"/>
              <a:gd name="connsiteX54" fmla="*/ 1277617 w 12192000"/>
              <a:gd name="connsiteY54" fmla="*/ 6461289 h 6858000"/>
              <a:gd name="connsiteX55" fmla="*/ 1291905 w 12192000"/>
              <a:gd name="connsiteY55" fmla="*/ 6461289 h 6858000"/>
              <a:gd name="connsiteX56" fmla="*/ 1291905 w 12192000"/>
              <a:gd name="connsiteY56" fmla="*/ 6426046 h 6858000"/>
              <a:gd name="connsiteX57" fmla="*/ 1282380 w 12192000"/>
              <a:gd name="connsiteY57" fmla="*/ 6425093 h 6858000"/>
              <a:gd name="connsiteX58" fmla="*/ 1562414 w 12192000"/>
              <a:gd name="connsiteY58" fmla="*/ 6424141 h 6858000"/>
              <a:gd name="connsiteX59" fmla="*/ 1510027 w 12192000"/>
              <a:gd name="connsiteY59" fmla="*/ 6439381 h 6858000"/>
              <a:gd name="connsiteX60" fmla="*/ 1523362 w 12192000"/>
              <a:gd name="connsiteY60" fmla="*/ 6465099 h 6858000"/>
              <a:gd name="connsiteX61" fmla="*/ 1559557 w 12192000"/>
              <a:gd name="connsiteY61" fmla="*/ 6453669 h 6858000"/>
              <a:gd name="connsiteX62" fmla="*/ 1579559 w 12192000"/>
              <a:gd name="connsiteY62" fmla="*/ 6467957 h 6858000"/>
              <a:gd name="connsiteX63" fmla="*/ 1580512 w 12192000"/>
              <a:gd name="connsiteY63" fmla="*/ 6468909 h 6858000"/>
              <a:gd name="connsiteX64" fmla="*/ 1571939 w 12192000"/>
              <a:gd name="connsiteY64" fmla="*/ 6476529 h 6858000"/>
              <a:gd name="connsiteX65" fmla="*/ 1548127 w 12192000"/>
              <a:gd name="connsiteY65" fmla="*/ 6476529 h 6858000"/>
              <a:gd name="connsiteX66" fmla="*/ 1504312 w 12192000"/>
              <a:gd name="connsiteY66" fmla="*/ 6513677 h 6858000"/>
              <a:gd name="connsiteX67" fmla="*/ 1547174 w 12192000"/>
              <a:gd name="connsiteY67" fmla="*/ 6551778 h 6858000"/>
              <a:gd name="connsiteX68" fmla="*/ 1581464 w 12192000"/>
              <a:gd name="connsiteY68" fmla="*/ 6537490 h 6858000"/>
              <a:gd name="connsiteX69" fmla="*/ 1581464 w 12192000"/>
              <a:gd name="connsiteY69" fmla="*/ 6548920 h 6858000"/>
              <a:gd name="connsiteX70" fmla="*/ 1615754 w 12192000"/>
              <a:gd name="connsiteY70" fmla="*/ 6548920 h 6858000"/>
              <a:gd name="connsiteX71" fmla="*/ 1615754 w 12192000"/>
              <a:gd name="connsiteY71" fmla="*/ 6468909 h 6858000"/>
              <a:gd name="connsiteX72" fmla="*/ 1562414 w 12192000"/>
              <a:gd name="connsiteY72" fmla="*/ 6424141 h 6858000"/>
              <a:gd name="connsiteX73" fmla="*/ 1145220 w 12192000"/>
              <a:gd name="connsiteY73" fmla="*/ 6424141 h 6858000"/>
              <a:gd name="connsiteX74" fmla="*/ 1092833 w 12192000"/>
              <a:gd name="connsiteY74" fmla="*/ 6439381 h 6858000"/>
              <a:gd name="connsiteX75" fmla="*/ 1106168 w 12192000"/>
              <a:gd name="connsiteY75" fmla="*/ 6465099 h 6858000"/>
              <a:gd name="connsiteX76" fmla="*/ 1142363 w 12192000"/>
              <a:gd name="connsiteY76" fmla="*/ 6453669 h 6858000"/>
              <a:gd name="connsiteX77" fmla="*/ 1162365 w 12192000"/>
              <a:gd name="connsiteY77" fmla="*/ 6467957 h 6858000"/>
              <a:gd name="connsiteX78" fmla="*/ 1163318 w 12192000"/>
              <a:gd name="connsiteY78" fmla="*/ 6468909 h 6858000"/>
              <a:gd name="connsiteX79" fmla="*/ 1154745 w 12192000"/>
              <a:gd name="connsiteY79" fmla="*/ 6476529 h 6858000"/>
              <a:gd name="connsiteX80" fmla="*/ 1130933 w 12192000"/>
              <a:gd name="connsiteY80" fmla="*/ 6476529 h 6858000"/>
              <a:gd name="connsiteX81" fmla="*/ 1087118 w 12192000"/>
              <a:gd name="connsiteY81" fmla="*/ 6513677 h 6858000"/>
              <a:gd name="connsiteX82" fmla="*/ 1129980 w 12192000"/>
              <a:gd name="connsiteY82" fmla="*/ 6551778 h 6858000"/>
              <a:gd name="connsiteX83" fmla="*/ 1164270 w 12192000"/>
              <a:gd name="connsiteY83" fmla="*/ 6537490 h 6858000"/>
              <a:gd name="connsiteX84" fmla="*/ 1164270 w 12192000"/>
              <a:gd name="connsiteY84" fmla="*/ 6548920 h 6858000"/>
              <a:gd name="connsiteX85" fmla="*/ 1198560 w 12192000"/>
              <a:gd name="connsiteY85" fmla="*/ 6548920 h 6858000"/>
              <a:gd name="connsiteX86" fmla="*/ 1198560 w 12192000"/>
              <a:gd name="connsiteY86" fmla="*/ 6468909 h 6858000"/>
              <a:gd name="connsiteX87" fmla="*/ 1145220 w 12192000"/>
              <a:gd name="connsiteY87" fmla="*/ 6424141 h 6858000"/>
              <a:gd name="connsiteX88" fmla="*/ 587056 w 12192000"/>
              <a:gd name="connsiteY88" fmla="*/ 6386040 h 6858000"/>
              <a:gd name="connsiteX89" fmla="*/ 564196 w 12192000"/>
              <a:gd name="connsiteY89" fmla="*/ 6386993 h 6858000"/>
              <a:gd name="connsiteX90" fmla="*/ 564196 w 12192000"/>
              <a:gd name="connsiteY90" fmla="*/ 6524155 h 6858000"/>
              <a:gd name="connsiteX91" fmla="*/ 587056 w 12192000"/>
              <a:gd name="connsiteY91" fmla="*/ 6526060 h 6858000"/>
              <a:gd name="connsiteX92" fmla="*/ 619441 w 12192000"/>
              <a:gd name="connsiteY92" fmla="*/ 6523202 h 6858000"/>
              <a:gd name="connsiteX93" fmla="*/ 613726 w 12192000"/>
              <a:gd name="connsiteY93" fmla="*/ 6406043 h 6858000"/>
              <a:gd name="connsiteX94" fmla="*/ 619441 w 12192000"/>
              <a:gd name="connsiteY94" fmla="*/ 6388898 h 6858000"/>
              <a:gd name="connsiteX95" fmla="*/ 587056 w 12192000"/>
              <a:gd name="connsiteY95" fmla="*/ 6386040 h 6858000"/>
              <a:gd name="connsiteX96" fmla="*/ 1647187 w 12192000"/>
              <a:gd name="connsiteY96" fmla="*/ 6381278 h 6858000"/>
              <a:gd name="connsiteX97" fmla="*/ 1647187 w 12192000"/>
              <a:gd name="connsiteY97" fmla="*/ 6427951 h 6858000"/>
              <a:gd name="connsiteX98" fmla="*/ 1628137 w 12192000"/>
              <a:gd name="connsiteY98" fmla="*/ 6427951 h 6858000"/>
              <a:gd name="connsiteX99" fmla="*/ 1628137 w 12192000"/>
              <a:gd name="connsiteY99" fmla="*/ 6457479 h 6858000"/>
              <a:gd name="connsiteX100" fmla="*/ 1647187 w 12192000"/>
              <a:gd name="connsiteY100" fmla="*/ 6457479 h 6858000"/>
              <a:gd name="connsiteX101" fmla="*/ 1647187 w 12192000"/>
              <a:gd name="connsiteY101" fmla="*/ 6524155 h 6858000"/>
              <a:gd name="connsiteX102" fmla="*/ 1682429 w 12192000"/>
              <a:gd name="connsiteY102" fmla="*/ 6551778 h 6858000"/>
              <a:gd name="connsiteX103" fmla="*/ 1709099 w 12192000"/>
              <a:gd name="connsiteY103" fmla="*/ 6549873 h 6858000"/>
              <a:gd name="connsiteX104" fmla="*/ 1709099 w 12192000"/>
              <a:gd name="connsiteY104" fmla="*/ 6520345 h 6858000"/>
              <a:gd name="connsiteX105" fmla="*/ 1692907 w 12192000"/>
              <a:gd name="connsiteY105" fmla="*/ 6520345 h 6858000"/>
              <a:gd name="connsiteX106" fmla="*/ 1681477 w 12192000"/>
              <a:gd name="connsiteY106" fmla="*/ 6511772 h 6858000"/>
              <a:gd name="connsiteX107" fmla="*/ 1681477 w 12192000"/>
              <a:gd name="connsiteY107" fmla="*/ 6456526 h 6858000"/>
              <a:gd name="connsiteX108" fmla="*/ 1708147 w 12192000"/>
              <a:gd name="connsiteY108" fmla="*/ 6456526 h 6858000"/>
              <a:gd name="connsiteX109" fmla="*/ 1708147 w 12192000"/>
              <a:gd name="connsiteY109" fmla="*/ 6426998 h 6858000"/>
              <a:gd name="connsiteX110" fmla="*/ 1681477 w 12192000"/>
              <a:gd name="connsiteY110" fmla="*/ 6426998 h 6858000"/>
              <a:gd name="connsiteX111" fmla="*/ 1681477 w 12192000"/>
              <a:gd name="connsiteY111" fmla="*/ 6381278 h 6858000"/>
              <a:gd name="connsiteX112" fmla="*/ 1341435 w 12192000"/>
              <a:gd name="connsiteY112" fmla="*/ 6363180 h 6858000"/>
              <a:gd name="connsiteX113" fmla="*/ 1319527 w 12192000"/>
              <a:gd name="connsiteY113" fmla="*/ 6385088 h 6858000"/>
              <a:gd name="connsiteX114" fmla="*/ 1341435 w 12192000"/>
              <a:gd name="connsiteY114" fmla="*/ 6406996 h 6858000"/>
              <a:gd name="connsiteX115" fmla="*/ 1363342 w 12192000"/>
              <a:gd name="connsiteY115" fmla="*/ 6385088 h 6858000"/>
              <a:gd name="connsiteX116" fmla="*/ 1341435 w 12192000"/>
              <a:gd name="connsiteY116" fmla="*/ 6363180 h 6858000"/>
              <a:gd name="connsiteX117" fmla="*/ 1032826 w 12192000"/>
              <a:gd name="connsiteY117" fmla="*/ 6363180 h 6858000"/>
              <a:gd name="connsiteX118" fmla="*/ 1032826 w 12192000"/>
              <a:gd name="connsiteY118" fmla="*/ 6548920 h 6858000"/>
              <a:gd name="connsiteX119" fmla="*/ 1067116 w 12192000"/>
              <a:gd name="connsiteY119" fmla="*/ 6548920 h 6858000"/>
              <a:gd name="connsiteX120" fmla="*/ 1067116 w 12192000"/>
              <a:gd name="connsiteY120" fmla="*/ 6363180 h 6858000"/>
              <a:gd name="connsiteX121" fmla="*/ 922336 w 12192000"/>
              <a:gd name="connsiteY121" fmla="*/ 6359370 h 6858000"/>
              <a:gd name="connsiteX122" fmla="*/ 825181 w 12192000"/>
              <a:gd name="connsiteY122" fmla="*/ 6455574 h 6858000"/>
              <a:gd name="connsiteX123" fmla="*/ 922336 w 12192000"/>
              <a:gd name="connsiteY123" fmla="*/ 6551778 h 6858000"/>
              <a:gd name="connsiteX124" fmla="*/ 1013776 w 12192000"/>
              <a:gd name="connsiteY124" fmla="*/ 6482244 h 6858000"/>
              <a:gd name="connsiteX125" fmla="*/ 973771 w 12192000"/>
              <a:gd name="connsiteY125" fmla="*/ 6482244 h 6858000"/>
              <a:gd name="connsiteX126" fmla="*/ 923288 w 12192000"/>
              <a:gd name="connsiteY126" fmla="*/ 6517488 h 6858000"/>
              <a:gd name="connsiteX127" fmla="*/ 865186 w 12192000"/>
              <a:gd name="connsiteY127" fmla="*/ 6455574 h 6858000"/>
              <a:gd name="connsiteX128" fmla="*/ 923288 w 12192000"/>
              <a:gd name="connsiteY128" fmla="*/ 6393661 h 6858000"/>
              <a:gd name="connsiteX129" fmla="*/ 972818 w 12192000"/>
              <a:gd name="connsiteY129" fmla="*/ 6428904 h 6858000"/>
              <a:gd name="connsiteX130" fmla="*/ 1013776 w 12192000"/>
              <a:gd name="connsiteY130" fmla="*/ 6428904 h 6858000"/>
              <a:gd name="connsiteX131" fmla="*/ 922336 w 12192000"/>
              <a:gd name="connsiteY131" fmla="*/ 6359370 h 6858000"/>
              <a:gd name="connsiteX132" fmla="*/ 646112 w 12192000"/>
              <a:gd name="connsiteY132" fmla="*/ 6339367 h 6858000"/>
              <a:gd name="connsiteX133" fmla="*/ 619442 w 12192000"/>
              <a:gd name="connsiteY133" fmla="*/ 6387945 h 6858000"/>
              <a:gd name="connsiteX134" fmla="*/ 735647 w 12192000"/>
              <a:gd name="connsiteY134" fmla="*/ 6455574 h 6858000"/>
              <a:gd name="connsiteX135" fmla="*/ 764222 w 12192000"/>
              <a:gd name="connsiteY135" fmla="*/ 6407948 h 6858000"/>
              <a:gd name="connsiteX136" fmla="*/ 646112 w 12192000"/>
              <a:gd name="connsiteY136" fmla="*/ 6339367 h 6858000"/>
              <a:gd name="connsiteX137" fmla="*/ 0 w 12192000"/>
              <a:gd name="connsiteY137" fmla="*/ 0 h 6858000"/>
              <a:gd name="connsiteX138" fmla="*/ 7104065 w 12192000"/>
              <a:gd name="connsiteY138" fmla="*/ 0 h 6858000"/>
              <a:gd name="connsiteX139" fmla="*/ 8040688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8040688 w 12192000"/>
              <a:gd name="connsiteY142" fmla="*/ 6858000 h 6858000"/>
              <a:gd name="connsiteX143" fmla="*/ 7104065 w 12192000"/>
              <a:gd name="connsiteY143" fmla="*/ 6858000 h 6858000"/>
              <a:gd name="connsiteX144" fmla="*/ 0 w 12192000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12192000" h="6858000">
                <a:moveTo>
                  <a:pt x="1579559" y="6496532"/>
                </a:moveTo>
                <a:lnTo>
                  <a:pt x="1579559" y="6505105"/>
                </a:lnTo>
                <a:cubicBezTo>
                  <a:pt x="1579559" y="6520345"/>
                  <a:pt x="1566224" y="6527013"/>
                  <a:pt x="1555747" y="6527013"/>
                </a:cubicBezTo>
                <a:cubicBezTo>
                  <a:pt x="1545269" y="6527013"/>
                  <a:pt x="1538602" y="6521298"/>
                  <a:pt x="1538602" y="6512725"/>
                </a:cubicBezTo>
                <a:cubicBezTo>
                  <a:pt x="1538602" y="6504152"/>
                  <a:pt x="1545269" y="6499390"/>
                  <a:pt x="1555747" y="6499390"/>
                </a:cubicBezTo>
                <a:lnTo>
                  <a:pt x="1569082" y="6499390"/>
                </a:lnTo>
                <a:cubicBezTo>
                  <a:pt x="1573844" y="6499390"/>
                  <a:pt x="1577654" y="6498437"/>
                  <a:pt x="1579559" y="6496532"/>
                </a:cubicBezTo>
                <a:close/>
                <a:moveTo>
                  <a:pt x="1162365" y="6496532"/>
                </a:moveTo>
                <a:lnTo>
                  <a:pt x="1162365" y="6505105"/>
                </a:lnTo>
                <a:cubicBezTo>
                  <a:pt x="1162365" y="6520345"/>
                  <a:pt x="1149030" y="6527013"/>
                  <a:pt x="1138553" y="6527013"/>
                </a:cubicBezTo>
                <a:cubicBezTo>
                  <a:pt x="1128075" y="6527013"/>
                  <a:pt x="1121408" y="6521298"/>
                  <a:pt x="1121408" y="6512725"/>
                </a:cubicBezTo>
                <a:cubicBezTo>
                  <a:pt x="1121408" y="6504152"/>
                  <a:pt x="1128075" y="6499390"/>
                  <a:pt x="1138553" y="6499390"/>
                </a:cubicBezTo>
                <a:lnTo>
                  <a:pt x="1151888" y="6499390"/>
                </a:lnTo>
                <a:cubicBezTo>
                  <a:pt x="1156650" y="6499390"/>
                  <a:pt x="1160460" y="6498437"/>
                  <a:pt x="1162365" y="6496532"/>
                </a:cubicBezTo>
                <a:close/>
                <a:moveTo>
                  <a:pt x="736599" y="6455574"/>
                </a:moveTo>
                <a:cubicBezTo>
                  <a:pt x="707072" y="6490817"/>
                  <a:pt x="666114" y="6515582"/>
                  <a:pt x="619442" y="6523203"/>
                </a:cubicBezTo>
                <a:cubicBezTo>
                  <a:pt x="623252" y="6532728"/>
                  <a:pt x="628014" y="6543205"/>
                  <a:pt x="632777" y="6552731"/>
                </a:cubicBezTo>
                <a:cubicBezTo>
                  <a:pt x="636587" y="6559398"/>
                  <a:pt x="641349" y="6566066"/>
                  <a:pt x="646112" y="6571781"/>
                </a:cubicBezTo>
                <a:cubicBezTo>
                  <a:pt x="691832" y="6560351"/>
                  <a:pt x="732789" y="6536538"/>
                  <a:pt x="765174" y="6503200"/>
                </a:cubicBezTo>
                <a:cubicBezTo>
                  <a:pt x="757554" y="6486054"/>
                  <a:pt x="748029" y="6469862"/>
                  <a:pt x="736599" y="6455574"/>
                </a:cubicBezTo>
                <a:close/>
                <a:moveTo>
                  <a:pt x="1781490" y="6452716"/>
                </a:moveTo>
                <a:cubicBezTo>
                  <a:pt x="1795777" y="6452716"/>
                  <a:pt x="1806255" y="6462241"/>
                  <a:pt x="1808160" y="6474624"/>
                </a:cubicBezTo>
                <a:lnTo>
                  <a:pt x="1753867" y="6474624"/>
                </a:lnTo>
                <a:cubicBezTo>
                  <a:pt x="1756725" y="6461289"/>
                  <a:pt x="1767202" y="6452716"/>
                  <a:pt x="1781490" y="6452716"/>
                </a:cubicBezTo>
                <a:close/>
                <a:moveTo>
                  <a:pt x="1309050" y="6426999"/>
                </a:moveTo>
                <a:lnTo>
                  <a:pt x="1309050" y="6456526"/>
                </a:lnTo>
                <a:lnTo>
                  <a:pt x="1326195" y="6456526"/>
                </a:lnTo>
                <a:lnTo>
                  <a:pt x="1326195" y="6548920"/>
                </a:lnTo>
                <a:lnTo>
                  <a:pt x="1360485" y="6548920"/>
                </a:lnTo>
                <a:lnTo>
                  <a:pt x="1360485" y="6426999"/>
                </a:lnTo>
                <a:close/>
                <a:moveTo>
                  <a:pt x="1372868" y="6426998"/>
                </a:moveTo>
                <a:lnTo>
                  <a:pt x="1414778" y="6548920"/>
                </a:lnTo>
                <a:lnTo>
                  <a:pt x="1457640" y="6548920"/>
                </a:lnTo>
                <a:lnTo>
                  <a:pt x="1501455" y="6426998"/>
                </a:lnTo>
                <a:lnTo>
                  <a:pt x="1465260" y="6426998"/>
                </a:lnTo>
                <a:lnTo>
                  <a:pt x="1437638" y="6511772"/>
                </a:lnTo>
                <a:lnTo>
                  <a:pt x="1410015" y="6426998"/>
                </a:lnTo>
                <a:close/>
                <a:moveTo>
                  <a:pt x="1781490" y="6425093"/>
                </a:moveTo>
                <a:cubicBezTo>
                  <a:pt x="1745295" y="6425093"/>
                  <a:pt x="1718625" y="6451763"/>
                  <a:pt x="1718625" y="6488912"/>
                </a:cubicBezTo>
                <a:cubicBezTo>
                  <a:pt x="1718625" y="6526060"/>
                  <a:pt x="1754820" y="6552730"/>
                  <a:pt x="1782442" y="6552730"/>
                </a:cubicBezTo>
                <a:cubicBezTo>
                  <a:pt x="1810065" y="6552730"/>
                  <a:pt x="1832925" y="6540347"/>
                  <a:pt x="1843402" y="6514629"/>
                </a:cubicBezTo>
                <a:lnTo>
                  <a:pt x="1807207" y="6510819"/>
                </a:lnTo>
                <a:cubicBezTo>
                  <a:pt x="1802445" y="6518439"/>
                  <a:pt x="1797682" y="6523202"/>
                  <a:pt x="1782442" y="6523202"/>
                </a:cubicBezTo>
                <a:cubicBezTo>
                  <a:pt x="1767202" y="6523202"/>
                  <a:pt x="1756725" y="6511772"/>
                  <a:pt x="1754820" y="6498437"/>
                </a:cubicBezTo>
                <a:lnTo>
                  <a:pt x="1845307" y="6498437"/>
                </a:lnTo>
                <a:lnTo>
                  <a:pt x="1845307" y="6497484"/>
                </a:lnTo>
                <a:cubicBezTo>
                  <a:pt x="1845307" y="6447001"/>
                  <a:pt x="1817685" y="6425093"/>
                  <a:pt x="1781490" y="6425093"/>
                </a:cubicBezTo>
                <a:close/>
                <a:moveTo>
                  <a:pt x="1282380" y="6425093"/>
                </a:moveTo>
                <a:cubicBezTo>
                  <a:pt x="1267140" y="6425093"/>
                  <a:pt x="1255710" y="6432713"/>
                  <a:pt x="1250947" y="6446048"/>
                </a:cubicBezTo>
                <a:lnTo>
                  <a:pt x="1250947" y="6426998"/>
                </a:lnTo>
                <a:lnTo>
                  <a:pt x="1217610" y="6426998"/>
                </a:lnTo>
                <a:lnTo>
                  <a:pt x="1217610" y="6548920"/>
                </a:lnTo>
                <a:lnTo>
                  <a:pt x="1251900" y="6548920"/>
                </a:lnTo>
                <a:lnTo>
                  <a:pt x="1251900" y="6490817"/>
                </a:lnTo>
                <a:cubicBezTo>
                  <a:pt x="1251900" y="6469861"/>
                  <a:pt x="1260472" y="6461289"/>
                  <a:pt x="1277617" y="6461289"/>
                </a:cubicBezTo>
                <a:lnTo>
                  <a:pt x="1291905" y="6461289"/>
                </a:lnTo>
                <a:cubicBezTo>
                  <a:pt x="1291905" y="6461289"/>
                  <a:pt x="1291905" y="6426046"/>
                  <a:pt x="1291905" y="6426046"/>
                </a:cubicBezTo>
                <a:cubicBezTo>
                  <a:pt x="1289047" y="6425093"/>
                  <a:pt x="1297620" y="6425093"/>
                  <a:pt x="1282380" y="6425093"/>
                </a:cubicBezTo>
                <a:close/>
                <a:moveTo>
                  <a:pt x="1562414" y="6424141"/>
                </a:moveTo>
                <a:cubicBezTo>
                  <a:pt x="1532887" y="6424141"/>
                  <a:pt x="1510027" y="6439381"/>
                  <a:pt x="1510027" y="6439381"/>
                </a:cubicBezTo>
                <a:lnTo>
                  <a:pt x="1523362" y="6465099"/>
                </a:lnTo>
                <a:cubicBezTo>
                  <a:pt x="1531934" y="6459384"/>
                  <a:pt x="1546222" y="6453669"/>
                  <a:pt x="1559557" y="6453669"/>
                </a:cubicBezTo>
                <a:cubicBezTo>
                  <a:pt x="1572892" y="6453669"/>
                  <a:pt x="1579559" y="6459384"/>
                  <a:pt x="1579559" y="6467957"/>
                </a:cubicBezTo>
                <a:lnTo>
                  <a:pt x="1580512" y="6468909"/>
                </a:lnTo>
                <a:cubicBezTo>
                  <a:pt x="1580512" y="6473672"/>
                  <a:pt x="1577654" y="6476529"/>
                  <a:pt x="1571939" y="6476529"/>
                </a:cubicBezTo>
                <a:lnTo>
                  <a:pt x="1548127" y="6476529"/>
                </a:lnTo>
                <a:cubicBezTo>
                  <a:pt x="1521457" y="6476529"/>
                  <a:pt x="1504312" y="6493675"/>
                  <a:pt x="1504312" y="6513677"/>
                </a:cubicBezTo>
                <a:cubicBezTo>
                  <a:pt x="1504312" y="6533680"/>
                  <a:pt x="1521457" y="6551778"/>
                  <a:pt x="1547174" y="6551778"/>
                </a:cubicBezTo>
                <a:cubicBezTo>
                  <a:pt x="1561462" y="6551778"/>
                  <a:pt x="1574797" y="6547015"/>
                  <a:pt x="1581464" y="6537490"/>
                </a:cubicBezTo>
                <a:lnTo>
                  <a:pt x="1581464" y="6548920"/>
                </a:lnTo>
                <a:lnTo>
                  <a:pt x="1615754" y="6548920"/>
                </a:lnTo>
                <a:lnTo>
                  <a:pt x="1615754" y="6468909"/>
                </a:lnTo>
                <a:cubicBezTo>
                  <a:pt x="1615754" y="6436524"/>
                  <a:pt x="1591942" y="6424141"/>
                  <a:pt x="1562414" y="6424141"/>
                </a:cubicBezTo>
                <a:close/>
                <a:moveTo>
                  <a:pt x="1145220" y="6424141"/>
                </a:moveTo>
                <a:cubicBezTo>
                  <a:pt x="1115693" y="6424141"/>
                  <a:pt x="1092833" y="6439381"/>
                  <a:pt x="1092833" y="6439381"/>
                </a:cubicBezTo>
                <a:lnTo>
                  <a:pt x="1106168" y="6465099"/>
                </a:lnTo>
                <a:cubicBezTo>
                  <a:pt x="1114740" y="6459384"/>
                  <a:pt x="1129028" y="6453669"/>
                  <a:pt x="1142363" y="6453669"/>
                </a:cubicBezTo>
                <a:cubicBezTo>
                  <a:pt x="1155698" y="6453669"/>
                  <a:pt x="1162365" y="6459384"/>
                  <a:pt x="1162365" y="6467957"/>
                </a:cubicBezTo>
                <a:lnTo>
                  <a:pt x="1163318" y="6468909"/>
                </a:lnTo>
                <a:cubicBezTo>
                  <a:pt x="1163318" y="6473672"/>
                  <a:pt x="1160460" y="6476529"/>
                  <a:pt x="1154745" y="6476529"/>
                </a:cubicBezTo>
                <a:lnTo>
                  <a:pt x="1130933" y="6476529"/>
                </a:lnTo>
                <a:cubicBezTo>
                  <a:pt x="1104263" y="6476529"/>
                  <a:pt x="1087118" y="6493675"/>
                  <a:pt x="1087118" y="6513677"/>
                </a:cubicBezTo>
                <a:cubicBezTo>
                  <a:pt x="1087118" y="6533680"/>
                  <a:pt x="1104263" y="6551778"/>
                  <a:pt x="1129980" y="6551778"/>
                </a:cubicBezTo>
                <a:cubicBezTo>
                  <a:pt x="1144268" y="6551778"/>
                  <a:pt x="1157603" y="6547015"/>
                  <a:pt x="1164270" y="6537490"/>
                </a:cubicBezTo>
                <a:lnTo>
                  <a:pt x="1164270" y="6548920"/>
                </a:lnTo>
                <a:lnTo>
                  <a:pt x="1198560" y="6548920"/>
                </a:lnTo>
                <a:lnTo>
                  <a:pt x="1198560" y="6468909"/>
                </a:lnTo>
                <a:cubicBezTo>
                  <a:pt x="1198560" y="6436524"/>
                  <a:pt x="1174748" y="6424141"/>
                  <a:pt x="1145220" y="6424141"/>
                </a:cubicBezTo>
                <a:close/>
                <a:moveTo>
                  <a:pt x="587056" y="6386040"/>
                </a:moveTo>
                <a:cubicBezTo>
                  <a:pt x="575626" y="6386040"/>
                  <a:pt x="571816" y="6386040"/>
                  <a:pt x="564196" y="6386993"/>
                </a:cubicBezTo>
                <a:cubicBezTo>
                  <a:pt x="551814" y="6430808"/>
                  <a:pt x="550861" y="6478434"/>
                  <a:pt x="564196" y="6524155"/>
                </a:cubicBezTo>
                <a:cubicBezTo>
                  <a:pt x="571816" y="6524155"/>
                  <a:pt x="579436" y="6526060"/>
                  <a:pt x="587056" y="6526060"/>
                </a:cubicBezTo>
                <a:cubicBezTo>
                  <a:pt x="598486" y="6526060"/>
                  <a:pt x="608964" y="6525107"/>
                  <a:pt x="619441" y="6523202"/>
                </a:cubicBezTo>
                <a:cubicBezTo>
                  <a:pt x="605154" y="6486054"/>
                  <a:pt x="603249" y="6445096"/>
                  <a:pt x="613726" y="6406043"/>
                </a:cubicBezTo>
                <a:cubicBezTo>
                  <a:pt x="615631" y="6400328"/>
                  <a:pt x="617536" y="6394613"/>
                  <a:pt x="619441" y="6388898"/>
                </a:cubicBezTo>
                <a:cubicBezTo>
                  <a:pt x="608964" y="6386993"/>
                  <a:pt x="598486" y="6386040"/>
                  <a:pt x="587056" y="6386040"/>
                </a:cubicBezTo>
                <a:close/>
                <a:moveTo>
                  <a:pt x="1647187" y="6381278"/>
                </a:moveTo>
                <a:lnTo>
                  <a:pt x="1647187" y="6427951"/>
                </a:lnTo>
                <a:lnTo>
                  <a:pt x="1628137" y="6427951"/>
                </a:lnTo>
                <a:lnTo>
                  <a:pt x="1628137" y="6457479"/>
                </a:lnTo>
                <a:lnTo>
                  <a:pt x="1647187" y="6457479"/>
                </a:lnTo>
                <a:lnTo>
                  <a:pt x="1647187" y="6524155"/>
                </a:lnTo>
                <a:cubicBezTo>
                  <a:pt x="1647187" y="6548920"/>
                  <a:pt x="1665284" y="6551778"/>
                  <a:pt x="1682429" y="6551778"/>
                </a:cubicBezTo>
                <a:cubicBezTo>
                  <a:pt x="1691954" y="6551778"/>
                  <a:pt x="1709099" y="6549873"/>
                  <a:pt x="1709099" y="6549873"/>
                </a:cubicBezTo>
                <a:lnTo>
                  <a:pt x="1709099" y="6520345"/>
                </a:lnTo>
                <a:cubicBezTo>
                  <a:pt x="1709099" y="6520345"/>
                  <a:pt x="1701479" y="6520345"/>
                  <a:pt x="1692907" y="6520345"/>
                </a:cubicBezTo>
                <a:cubicBezTo>
                  <a:pt x="1687192" y="6520345"/>
                  <a:pt x="1681477" y="6519392"/>
                  <a:pt x="1681477" y="6511772"/>
                </a:cubicBezTo>
                <a:lnTo>
                  <a:pt x="1681477" y="6456526"/>
                </a:lnTo>
                <a:lnTo>
                  <a:pt x="1708147" y="6456526"/>
                </a:lnTo>
                <a:lnTo>
                  <a:pt x="1708147" y="6426998"/>
                </a:lnTo>
                <a:lnTo>
                  <a:pt x="1681477" y="6426998"/>
                </a:lnTo>
                <a:lnTo>
                  <a:pt x="1681477" y="6381278"/>
                </a:lnTo>
                <a:close/>
                <a:moveTo>
                  <a:pt x="1341435" y="6363180"/>
                </a:moveTo>
                <a:cubicBezTo>
                  <a:pt x="1329052" y="6363180"/>
                  <a:pt x="1319527" y="6372705"/>
                  <a:pt x="1319527" y="6385088"/>
                </a:cubicBezTo>
                <a:cubicBezTo>
                  <a:pt x="1319527" y="6397471"/>
                  <a:pt x="1329052" y="6406996"/>
                  <a:pt x="1341435" y="6406996"/>
                </a:cubicBezTo>
                <a:cubicBezTo>
                  <a:pt x="1353817" y="6406996"/>
                  <a:pt x="1363342" y="6396518"/>
                  <a:pt x="1363342" y="6385088"/>
                </a:cubicBezTo>
                <a:cubicBezTo>
                  <a:pt x="1363342" y="6373658"/>
                  <a:pt x="1353817" y="6363180"/>
                  <a:pt x="1341435" y="6363180"/>
                </a:cubicBezTo>
                <a:close/>
                <a:moveTo>
                  <a:pt x="1032826" y="6363180"/>
                </a:moveTo>
                <a:lnTo>
                  <a:pt x="1032826" y="6548920"/>
                </a:lnTo>
                <a:lnTo>
                  <a:pt x="1067116" y="6548920"/>
                </a:lnTo>
                <a:lnTo>
                  <a:pt x="1067116" y="6363180"/>
                </a:lnTo>
                <a:close/>
                <a:moveTo>
                  <a:pt x="922336" y="6359370"/>
                </a:moveTo>
                <a:cubicBezTo>
                  <a:pt x="867091" y="6359370"/>
                  <a:pt x="825181" y="6399376"/>
                  <a:pt x="825181" y="6455574"/>
                </a:cubicBezTo>
                <a:cubicBezTo>
                  <a:pt x="825181" y="6511772"/>
                  <a:pt x="880426" y="6551778"/>
                  <a:pt x="922336" y="6551778"/>
                </a:cubicBezTo>
                <a:cubicBezTo>
                  <a:pt x="964246" y="6551778"/>
                  <a:pt x="1003298" y="6526060"/>
                  <a:pt x="1013776" y="6482244"/>
                </a:cubicBezTo>
                <a:lnTo>
                  <a:pt x="973771" y="6482244"/>
                </a:lnTo>
                <a:cubicBezTo>
                  <a:pt x="967103" y="6504152"/>
                  <a:pt x="948053" y="6517488"/>
                  <a:pt x="923288" y="6517488"/>
                </a:cubicBezTo>
                <a:cubicBezTo>
                  <a:pt x="888046" y="6517488"/>
                  <a:pt x="865186" y="6490817"/>
                  <a:pt x="865186" y="6455574"/>
                </a:cubicBezTo>
                <a:cubicBezTo>
                  <a:pt x="865186" y="6420331"/>
                  <a:pt x="888046" y="6393661"/>
                  <a:pt x="923288" y="6393661"/>
                </a:cubicBezTo>
                <a:cubicBezTo>
                  <a:pt x="947101" y="6393661"/>
                  <a:pt x="966151" y="6406996"/>
                  <a:pt x="972818" y="6428904"/>
                </a:cubicBezTo>
                <a:lnTo>
                  <a:pt x="1013776" y="6428904"/>
                </a:lnTo>
                <a:cubicBezTo>
                  <a:pt x="1002346" y="6385088"/>
                  <a:pt x="977581" y="6359370"/>
                  <a:pt x="922336" y="6359370"/>
                </a:cubicBezTo>
                <a:close/>
                <a:moveTo>
                  <a:pt x="646112" y="6339367"/>
                </a:moveTo>
                <a:cubicBezTo>
                  <a:pt x="634682" y="6354607"/>
                  <a:pt x="626109" y="6370800"/>
                  <a:pt x="619442" y="6387945"/>
                </a:cubicBezTo>
                <a:cubicBezTo>
                  <a:pt x="666114" y="6395565"/>
                  <a:pt x="707072" y="6420331"/>
                  <a:pt x="735647" y="6455574"/>
                </a:cubicBezTo>
                <a:cubicBezTo>
                  <a:pt x="747077" y="6441286"/>
                  <a:pt x="757554" y="6425093"/>
                  <a:pt x="764222" y="6407948"/>
                </a:cubicBezTo>
                <a:cubicBezTo>
                  <a:pt x="732789" y="6375563"/>
                  <a:pt x="691832" y="6350797"/>
                  <a:pt x="646112" y="6339367"/>
                </a:cubicBezTo>
                <a:close/>
                <a:moveTo>
                  <a:pt x="0" y="0"/>
                </a:moveTo>
                <a:lnTo>
                  <a:pt x="7104065" y="0"/>
                </a:lnTo>
                <a:lnTo>
                  <a:pt x="8040688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8040688" y="6858000"/>
                </a:lnTo>
                <a:lnTo>
                  <a:pt x="7104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80000" anchor="t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here or click </a:t>
            </a:r>
            <a:r>
              <a:rPr lang="en-US" noProof="0" dirty="0"/>
              <a:t>center</a:t>
            </a:r>
            <a:r>
              <a:rPr lang="en-US" dirty="0"/>
              <a:t> icon to insert light image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8C0EE5-7595-B97C-61F7-F69AAADB86E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87488" y="2979813"/>
            <a:ext cx="8280400" cy="1107996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algn="l">
              <a:buNone/>
              <a:tabLst/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“Quote copy, resize textbox </a:t>
            </a:r>
            <a:r>
              <a:rPr lang="en-US" dirty="0" err="1"/>
              <a:t>recolour</a:t>
            </a:r>
            <a:r>
              <a:rPr lang="en-US" dirty="0"/>
              <a:t> text as required”.</a:t>
            </a:r>
            <a:endParaRPr lang="en-GB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DDC60B7-E753-52DF-078B-3DC551E105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87488" y="4286568"/>
            <a:ext cx="3600450" cy="259239"/>
          </a:xfrm>
          <a:noFill/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BB56A7A-43A7-EBC8-E591-5A304D5916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87488" y="4543748"/>
            <a:ext cx="3600450" cy="259239"/>
          </a:xfrm>
          <a:noFill/>
        </p:spPr>
        <p:txBody>
          <a:bodyPr/>
          <a:lstStyle>
            <a:lvl1pPr marL="0" indent="0" algn="l">
              <a:buNone/>
              <a:defRPr sz="1500">
                <a:solidFill>
                  <a:schemeClr val="tx1"/>
                </a:solidFill>
                <a:latin typeface="+mn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title, Company 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06915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Images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3823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10693823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903F0106-157C-427D-4EE3-058FF2156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1231" y="1815304"/>
            <a:ext cx="3202379" cy="1613696"/>
          </a:xfrm>
          <a:noFill/>
        </p:spPr>
        <p:txBody>
          <a:bodyPr tIns="144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EC657CC3-F918-1A6E-4F80-19CFDA23F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95775" y="1815304"/>
            <a:ext cx="3202379" cy="1613696"/>
          </a:xfrm>
          <a:noFill/>
        </p:spPr>
        <p:txBody>
          <a:bodyPr tIns="144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8D0A983E-8A75-5B03-E6D8-3B461E3D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40688" y="1815304"/>
            <a:ext cx="3204000" cy="1613696"/>
          </a:xfrm>
          <a:noFill/>
        </p:spPr>
        <p:txBody>
          <a:bodyPr tIns="144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2DA8D027-1671-C417-E0C3-5993F02B9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0863" y="1720850"/>
            <a:ext cx="3202897" cy="94454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200"/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D7185C1-17ED-4DDA-8D74-3D9B371C3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95560" y="1720850"/>
            <a:ext cx="3202898" cy="94454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200"/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20373E0-93FA-5E07-BE29-2A7CDEAB2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40168" y="1720850"/>
            <a:ext cx="3204519" cy="94454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200"/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C531B205-D3A4-EA26-3CFE-0FB948EE289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0863" y="3614886"/>
            <a:ext cx="3202379" cy="19747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5CD19475-61C5-E508-86C6-A6A43C37FD7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95529" y="3614886"/>
            <a:ext cx="3202379" cy="19747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BFA0A616-B625-CB56-07F5-2868451F4AE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040688" y="3614886"/>
            <a:ext cx="3204000" cy="19747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31646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Images / Text / Section 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3823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10693823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903F0106-157C-427D-4EE3-058FF2156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1231" y="2044850"/>
            <a:ext cx="2267633" cy="1570034"/>
          </a:xfrm>
          <a:noFill/>
        </p:spPr>
        <p:txBody>
          <a:bodyPr lIns="288000" tIns="144000" rIns="288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EC657CC3-F918-1A6E-4F80-19CFDA23F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59518" y="2042858"/>
            <a:ext cx="2267633" cy="1570034"/>
          </a:xfrm>
          <a:noFill/>
        </p:spPr>
        <p:txBody>
          <a:bodyPr lIns="288000" tIns="144000" rIns="288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8D0A983E-8A75-5B03-E6D8-3B461E3D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67805" y="2042858"/>
            <a:ext cx="2267633" cy="1570034"/>
          </a:xfrm>
          <a:noFill/>
        </p:spPr>
        <p:txBody>
          <a:bodyPr lIns="288000" tIns="144000" rIns="288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12" name="Picture Placeholder 15">
            <a:extLst>
              <a:ext uri="{FF2B5EF4-FFF2-40B4-BE49-F238E27FC236}">
                <a16:creationId xmlns:a16="http://schemas.microsoft.com/office/drawing/2014/main" id="{73CB5704-B72F-A122-22D9-327C2FC30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976091" y="2042858"/>
            <a:ext cx="2267633" cy="1570034"/>
          </a:xfrm>
          <a:noFill/>
        </p:spPr>
        <p:txBody>
          <a:bodyPr lIns="288000" tIns="144000" rIns="288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2DA8D027-1671-C417-E0C3-5993F02B9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0864" y="1720850"/>
            <a:ext cx="2268000" cy="324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 Section one</a:t>
            </a:r>
            <a:endParaRPr lang="en-GB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D7185C1-17ED-4DDA-8D74-3D9B371C3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59151" y="1720850"/>
            <a:ext cx="2268000" cy="32200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 Section two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20373E0-93FA-5E07-BE29-2A7CDEAB2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67438" y="1720850"/>
            <a:ext cx="2268000" cy="32200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 Section three</a:t>
            </a:r>
            <a:endParaRPr lang="en-GB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6AEE30E-3916-27B5-D72D-39A00D8F2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975724" y="1720850"/>
            <a:ext cx="2268000" cy="32200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 Section four</a:t>
            </a:r>
            <a:endParaRPr lang="en-GB" dirty="0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C531B205-D3A4-EA26-3CFE-0FB948EE289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0863" y="3792000"/>
            <a:ext cx="2267633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5CD19475-61C5-E508-86C6-A6A43C37FD7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359272" y="3792000"/>
            <a:ext cx="2267633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BFA0A616-B625-CB56-07F5-2868451F4AE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67681" y="3792000"/>
            <a:ext cx="2267633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44E764C5-EE0F-D481-485B-3B14A6A1CFC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976091" y="3792000"/>
            <a:ext cx="2267633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51391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Images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3823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10693823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903F0106-157C-427D-4EE3-058FF2156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1231" y="1815304"/>
            <a:ext cx="2267633" cy="1613696"/>
          </a:xfrm>
          <a:noFill/>
        </p:spPr>
        <p:txBody>
          <a:bodyPr lIns="288000" tIns="144000" rIns="288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EC657CC3-F918-1A6E-4F80-19CFDA23F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59518" y="1815304"/>
            <a:ext cx="2267633" cy="1613696"/>
          </a:xfrm>
          <a:noFill/>
        </p:spPr>
        <p:txBody>
          <a:bodyPr lIns="288000" tIns="144000" rIns="288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8D0A983E-8A75-5B03-E6D8-3B461E3D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67805" y="1815304"/>
            <a:ext cx="2267633" cy="1613696"/>
          </a:xfrm>
          <a:noFill/>
        </p:spPr>
        <p:txBody>
          <a:bodyPr lIns="288000" tIns="144000" rIns="288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12" name="Picture Placeholder 15">
            <a:extLst>
              <a:ext uri="{FF2B5EF4-FFF2-40B4-BE49-F238E27FC236}">
                <a16:creationId xmlns:a16="http://schemas.microsoft.com/office/drawing/2014/main" id="{73CB5704-B72F-A122-22D9-327C2FC30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976091" y="1815304"/>
            <a:ext cx="2267633" cy="1613696"/>
          </a:xfrm>
          <a:noFill/>
        </p:spPr>
        <p:txBody>
          <a:bodyPr lIns="288000" tIns="144000" rIns="288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2DA8D027-1671-C417-E0C3-5993F02B9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0864" y="1720850"/>
            <a:ext cx="2268000" cy="94454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200"/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D7185C1-17ED-4DDA-8D74-3D9B371C3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59151" y="1720850"/>
            <a:ext cx="2268000" cy="94454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200"/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20373E0-93FA-5E07-BE29-2A7CDEAB2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67438" y="1720850"/>
            <a:ext cx="2268000" cy="94454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200"/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6AEE30E-3916-27B5-D72D-39A00D8F2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975724" y="1720850"/>
            <a:ext cx="2268000" cy="94454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200"/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C531B205-D3A4-EA26-3CFE-0FB948EE289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0863" y="3614886"/>
            <a:ext cx="2267633" cy="19747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5CD19475-61C5-E508-86C6-A6A43C37FD7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359272" y="3614886"/>
            <a:ext cx="2267633" cy="19747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BFA0A616-B625-CB56-07F5-2868451F4AE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67681" y="3614886"/>
            <a:ext cx="2267633" cy="19747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44E764C5-EE0F-D481-485B-3B14A6A1CFC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976091" y="3614886"/>
            <a:ext cx="2267633" cy="19747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1064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789BA8-204E-7E98-F566-224438743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151312" cy="6858000"/>
          </a:xfrm>
          <a:prstGeom prst="rect">
            <a:avLst/>
          </a:prstGeom>
          <a:solidFill>
            <a:srgbClr val="FAF5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Next LT Pro Regular" panose="020B05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2916236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2916237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A05801B-112D-E8CC-61BD-A4834B349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51231" y="1639334"/>
            <a:ext cx="1404000" cy="140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026CE2A2-F93E-B1AA-3611-400C0319FE1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0861" y="3215665"/>
            <a:ext cx="3204353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465DB172-EA52-68C6-51D1-D92A6077E7E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0861" y="3546636"/>
            <a:ext cx="3204361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5D98A119-8A13-B65C-1498-57CF1EC991C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50862" y="3968750"/>
            <a:ext cx="3204363" cy="1436074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5003C5AF-64CA-1643-631B-7D24C7BF07D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0861" y="5885634"/>
            <a:ext cx="3600451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Forename.surname@clarivate.com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0B51C69-D2CE-7E0C-9B76-FC92D77E47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4763" y="1808163"/>
            <a:ext cx="6966375" cy="4321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09F755-BDFE-AB87-7D82-E37F1564F4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150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4 Teams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3823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026CE2A2-F93E-B1AA-3611-400C0319FE1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0862" y="3215665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10693823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465DB172-EA52-68C6-51D1-D92A6077E7E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0862" y="3546636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title goes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5D98A119-8A13-B65C-1498-57CF1EC991C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50863" y="3968750"/>
            <a:ext cx="2268000" cy="1436074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BFE8DAEC-7AD2-5CC1-3FE9-5DCB967ECE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359150" y="3215665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FB360039-77C5-A5D7-4360-BC7847A82BB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359150" y="3546636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70F98EAF-C679-0B0F-8CF9-2B6386737BC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359150" y="3968750"/>
            <a:ext cx="2268000" cy="1436074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7DA1409-93A0-C554-7ED9-E4C4F2EDDC2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67437" y="2311763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3FF6A6E9-42A0-7692-13DB-315CDEBD3F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167437" y="2642734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4150847-1F6F-857E-692F-5C4E2A9E42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167437" y="3068637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0391096C-37E5-CDDB-7C98-44F987E40A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167437" y="4832349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3D6EC732-A113-2052-5F3D-C31549DD1CE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67437" y="5163320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EC073910-0BCB-B148-CD87-2DBDC042DB9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67437" y="5589223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3EF370F-6715-1A9E-C31B-5779E12E9D9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81446" y="2311763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97F3CE4-6AD8-DC5D-E112-48390B92FD4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981446" y="2642734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96D08A06-8C27-0CD8-A99D-675CBC22093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981446" y="3068637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8FE81E16-B801-AA2F-8DCD-8F5AA1B9990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81446" y="4832349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88CC3C61-40E8-CFD0-A1E0-F7B743AC005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981446" y="5163320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5D065AE-0699-C9BB-D780-27C3BE3A2A9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981446" y="5589223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8575BBD5-17C3-1DCA-C387-5D44672EB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167437" y="1270001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7746417C-B9E9-48F3-42E0-5744312D7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981446" y="1270001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A05801B-112D-E8CC-61BD-A4834B349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51231" y="1639334"/>
            <a:ext cx="1404000" cy="140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C124DB5D-11D5-E18C-B3C8-AF86AD1E4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3359519" y="1639334"/>
            <a:ext cx="1404000" cy="140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71F103AF-A0DA-F7D1-DABC-38F8B9946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167437" y="3790587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50DC4E27-BAC2-8A31-B3AA-FF1575614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981446" y="3790587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6394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3823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10693823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7DA1409-93A0-C554-7ED9-E4C4F2EDDC2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0864" y="2311763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3FF6A6E9-42A0-7692-13DB-315CDEBD3F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50864" y="2642734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4150847-1F6F-857E-692F-5C4E2A9E42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50864" y="3068637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3EF370F-6715-1A9E-C31B-5779E12E9D9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64873" y="2311763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97F3CE4-6AD8-DC5D-E112-48390B92FD4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64873" y="2642734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96D08A06-8C27-0CD8-A99D-675CBC22093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364873" y="3068637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EB2D7DD-C214-FC47-587A-A689E46CA31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67438" y="2311763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B770DFBB-C159-C249-725B-DC15A247A240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167438" y="2642734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FB7F73-2CDA-0D25-68DB-68D4065E2EF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6167438" y="3068637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626B44F3-03D8-5E28-57CB-031C8BA36E3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82703" y="2311763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10A5C412-5937-A2B1-0F24-356981AA64A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982703" y="2642734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1B398F2-4320-2608-763F-19F2EAD3DF7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982703" y="3068637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0391096C-37E5-CDDB-7C98-44F987E40A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0864" y="4832349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3D6EC732-A113-2052-5F3D-C31549DD1CE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50864" y="5163320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EC073910-0BCB-B148-CD87-2DBDC042DB9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50864" y="5589223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8FE81E16-B801-AA2F-8DCD-8F5AA1B9990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64873" y="4832349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88CC3C61-40E8-CFD0-A1E0-F7B743AC005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364873" y="5163320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5D065AE-0699-C9BB-D780-27C3BE3A2A9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3364873" y="5589223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AB4C234-EBBC-75A7-2F01-97E082284DF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167438" y="4832349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B47DFAEF-1925-0117-D75F-D223750DD5F5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167438" y="5163320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E80292A4-F3B1-05FF-D679-13BCF59C7C9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6167438" y="5589223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7460C6C-C808-196C-F5E0-45492182076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982703" y="4832349"/>
            <a:ext cx="2268000" cy="270168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Forename Surname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89BF951E-99C3-2209-D30F-3BEFE1C9319C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982703" y="5163320"/>
            <a:ext cx="2268000" cy="243704"/>
          </a:xfrm>
        </p:spPr>
        <p:txBody>
          <a:bodyPr anchor="b" anchorCtr="0"/>
          <a:lstStyle>
            <a:lvl1pPr marL="0" indent="0" algn="l">
              <a:lnSpc>
                <a:spcPct val="85000"/>
              </a:lnSpc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Job title goes here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28E7888C-B313-A876-D19E-25E7127C1E4E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8982703" y="5589223"/>
            <a:ext cx="2268000" cy="539751"/>
          </a:xfrm>
        </p:spPr>
        <p:txBody>
          <a:bodyPr/>
          <a:lstStyle>
            <a:lvl1pPr marL="144000" indent="-144000">
              <a:spcBef>
                <a:spcPts val="300"/>
              </a:spcBef>
              <a:defRPr sz="1200"/>
            </a:lvl1pPr>
            <a:lvl2pPr marL="288000" indent="-144000">
              <a:spcBef>
                <a:spcPts val="300"/>
              </a:spcBef>
              <a:defRPr sz="1200"/>
            </a:lvl2pPr>
            <a:lvl3pPr marL="432000" indent="-144000">
              <a:spcBef>
                <a:spcPts val="600"/>
              </a:spcBef>
              <a:defRPr sz="1200"/>
            </a:lvl3pPr>
            <a:lvl4pPr marL="576000" indent="-144000">
              <a:spcBef>
                <a:spcPts val="600"/>
              </a:spcBef>
              <a:buClr>
                <a:schemeClr val="accent1"/>
              </a:buClr>
              <a:defRPr sz="1200"/>
            </a:lvl4pPr>
            <a:lvl5pPr marL="720000" indent="-144000">
              <a:spcBef>
                <a:spcPts val="600"/>
              </a:spcBef>
              <a:buClr>
                <a:schemeClr val="accent1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8575BBD5-17C3-1DCA-C387-5D44672EB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50864" y="1270001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7746417C-B9E9-48F3-42E0-5744312D7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364873" y="1270001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71F103AF-A0DA-F7D1-DABC-38F8B9946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550864" y="3790587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50DC4E27-BAC2-8A31-B3AA-FF1575614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3364873" y="3790587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579F519F-FF28-E95A-90FD-8ED476302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167438" y="1270001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12" name="Picture Placeholder 15">
            <a:extLst>
              <a:ext uri="{FF2B5EF4-FFF2-40B4-BE49-F238E27FC236}">
                <a16:creationId xmlns:a16="http://schemas.microsoft.com/office/drawing/2014/main" id="{A16AFFED-3679-EC6F-38E4-BB141B3D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8982703" y="1270001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40DA321B-E9DB-5413-41F7-007CC6996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167438" y="3790587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D7DCA51C-09C7-C83C-64D8-CE36012B9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982703" y="3790587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profile pic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63584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C2C0-CC0A-6C80-94BA-87548331C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368828"/>
            <a:ext cx="10693823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D280ED2-2546-B928-49AE-06D36B770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752052"/>
            <a:ext cx="10693823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2DA8D027-1671-C417-E0C3-5993F02B96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0863" y="1720850"/>
            <a:ext cx="3202897" cy="324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Section one</a:t>
            </a:r>
            <a:endParaRPr lang="en-GB" dirty="0"/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903F0106-157C-427D-4EE3-058FF2156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1231" y="2044850"/>
            <a:ext cx="3202379" cy="1570035"/>
          </a:xfrm>
          <a:noFill/>
        </p:spPr>
        <p:txBody>
          <a:bodyPr tIns="144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C531B205-D3A4-EA26-3CFE-0FB948EE289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0863" y="3792000"/>
            <a:ext cx="3202379" cy="1800000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D7185C1-17ED-4DDA-8D74-3D9B371C3A6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95560" y="1720850"/>
            <a:ext cx="3202898" cy="323997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 Section two</a:t>
            </a:r>
            <a:endParaRPr lang="en-GB" dirty="0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EC657CC3-F918-1A6E-4F80-19CFDA23F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95775" y="2044848"/>
            <a:ext cx="3202379" cy="1570037"/>
          </a:xfrm>
          <a:noFill/>
        </p:spPr>
        <p:txBody>
          <a:bodyPr tIns="144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5CD19475-61C5-E508-86C6-A6A43C37FD7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95529" y="3792000"/>
            <a:ext cx="3202379" cy="1800000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20373E0-93FA-5E07-BE29-2A7CDEAB21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40168" y="1720850"/>
            <a:ext cx="3204519" cy="323996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Section three </a:t>
            </a:r>
            <a:endParaRPr lang="en-GB" dirty="0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8D0A983E-8A75-5B03-E6D8-3B461E3D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40688" y="2044848"/>
            <a:ext cx="3204000" cy="1570038"/>
          </a:xfrm>
          <a:noFill/>
        </p:spPr>
        <p:txBody>
          <a:bodyPr tIns="144000" anchor="t" anchorCtr="0"/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Drag picture file or click icon to insert image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BFA0A616-B625-CB56-07F5-2868451F4AE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040688" y="3792000"/>
            <a:ext cx="3204000" cy="1800000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7" name="Text Placeholder 50">
            <a:extLst>
              <a:ext uri="{FF2B5EF4-FFF2-40B4-BE49-F238E27FC236}">
                <a16:creationId xmlns:a16="http://schemas.microsoft.com/office/drawing/2014/main" id="{1469EF62-8266-4101-8454-C7A968E7E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-680886"/>
            <a:ext cx="4716000" cy="607071"/>
          </a:xfrm>
          <a:solidFill>
            <a:schemeClr val="accent3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 dirty="0"/>
              <a:t>Lorem ipsum dolor sit amet, consectetuer adipiscing elit. Maecenas porttitor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65305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B8773E-2F29-ECD1-16FF-8BC5E75E1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6095999" y="0"/>
            <a:ext cx="6096000" cy="6858000"/>
          </a:xfrm>
          <a:prstGeom prst="rect">
            <a:avLst/>
          </a:prstGeom>
          <a:gradFill>
            <a:gsLst>
              <a:gs pos="85000">
                <a:srgbClr val="3595F0"/>
              </a:gs>
              <a:gs pos="15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E71408-1F6A-1900-3166-8B0F27B91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5075998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40A9B4-F93C-AB35-66CE-1690CFBC25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3852"/>
            <a:ext cx="5075998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BC752C-CC9E-C49E-83BC-B6B704830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56624" y="1808164"/>
            <a:ext cx="3670238" cy="9001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424352B5-9531-7227-7258-4FBE39AA669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1231" y="1815304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7C6399F0-91C7-1DA8-0F53-2C77DF6472C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56624" y="2948518"/>
            <a:ext cx="3670238" cy="9001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3234BFD3-E1B2-D40A-A80A-F111064283A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51231" y="2955658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3F003AE-DA6B-6A9F-EAAA-2E7B1562F8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56624" y="4088872"/>
            <a:ext cx="3670238" cy="9001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8E2ADA55-A25D-66AF-B55F-C60297B1080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51231" y="4096012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5A01F48-7607-98AA-8DCD-AD30C97766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56624" y="5229225"/>
            <a:ext cx="3670238" cy="9001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90C083D-C4ED-259B-48AB-A352EEBF7FD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1231" y="5236365"/>
            <a:ext cx="936257" cy="892971"/>
          </a:xfrm>
          <a:noFill/>
        </p:spPr>
        <p:txBody>
          <a:bodyPr anchor="ctr" anchorCtr="0"/>
          <a:lstStyle>
            <a:lvl1pPr marL="0" indent="0" algn="ctr">
              <a:spcBef>
                <a:spcPts val="0"/>
              </a:spcBef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or drag </a:t>
            </a:r>
            <a:br>
              <a:rPr lang="en-GB" dirty="0"/>
            </a:br>
            <a:r>
              <a:rPr lang="en-GB" dirty="0"/>
              <a:t>to insert  pictogram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B88FD4C-301B-A8C2-5ACF-167833A3A7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29387" y="1812926"/>
            <a:ext cx="5111749" cy="4321175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9" name="Text Placeholder 50">
            <a:extLst>
              <a:ext uri="{FF2B5EF4-FFF2-40B4-BE49-F238E27FC236}">
                <a16:creationId xmlns:a16="http://schemas.microsoft.com/office/drawing/2014/main" id="{71298670-8A67-0F0F-FD7E-ACB9ADC48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-680886"/>
            <a:ext cx="4716000" cy="607071"/>
          </a:xfrm>
          <a:solidFill>
            <a:schemeClr val="accent3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 dirty="0"/>
              <a:t>Lorem ipsum dolor sit amet, consectetuer adipiscing elit. Maecenas porttitor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84224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821-5920-9EC7-0061-529319AFD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5" y="368828"/>
            <a:ext cx="10693822" cy="2518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D86876-3FB4-FBBD-1737-D60B88DA9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52052"/>
            <a:ext cx="10693822" cy="336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</a:lstStyle>
          <a:p>
            <a:pPr lvl="0"/>
            <a:r>
              <a:rPr lang="en-US" dirty="0"/>
              <a:t>Subhead avenir pro 20pt</a:t>
            </a:r>
            <a:endParaRPr lang="en-GB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AA2E112F-5FFF-32E4-5472-80BAA1776C58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550864" y="1808163"/>
            <a:ext cx="2268963" cy="4321175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EA0C833-46C2-988C-0074-D6A83249C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64614" y="1815305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A6FB466-17DF-825B-8CFE-D36B7DFFAAC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4615" y="2354265"/>
            <a:ext cx="2268963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One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EED087-C914-C532-63CF-F214273BFB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4614" y="2716212"/>
            <a:ext cx="2268963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D8935F0-FF95-E453-E9F6-68893F7A5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61974" y="1815305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BA31540-DD60-C1FE-84D9-AB3B913DE2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67438" y="2354265"/>
            <a:ext cx="2268963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Two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1114B1E-A563-1101-CB97-0755E7E651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61974" y="2716213"/>
            <a:ext cx="2268963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222353BC-D3DC-BA3E-0558-E3C87FF2B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75724" y="1815305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7A08AD4-EF40-3EEE-D086-FAFE12BF857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974136" y="2354265"/>
            <a:ext cx="2268963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Three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399FA75D-803B-3E4B-7183-E3994966E2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75724" y="2716213"/>
            <a:ext cx="2268963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470F1949-6467-FE3B-E626-1F303399B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364614" y="3975101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88A00D0-DFE0-4018-7DEA-DB963BB6335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64615" y="4514851"/>
            <a:ext cx="2268963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Four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56E8744-4447-9B41-C4EF-92000E2207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4614" y="4883149"/>
            <a:ext cx="2268963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ED0BCDCE-72FA-F3E6-C968-84566E1BE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61974" y="3975101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5021A18-46DC-3008-76D5-10DA7AF4F84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167438" y="4514851"/>
            <a:ext cx="2268963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Five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2D22F55-B345-13EA-70B9-B62C67DD2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1974" y="4883150"/>
            <a:ext cx="2268963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5AC45EB-6812-379E-D631-F1DE40638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5724" y="3975101"/>
            <a:ext cx="360362" cy="360362"/>
          </a:xfrm>
          <a:noFill/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icon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9000ADE-09E6-91EC-6A61-155867714C5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74136" y="4514851"/>
            <a:ext cx="2268963" cy="270168"/>
          </a:xfrm>
        </p:spPr>
        <p:txBody>
          <a:bodyPr anchor="b" anchorCtr="0"/>
          <a:lstStyle>
            <a:lvl1pPr marL="0" indent="0" algn="l">
              <a:lnSpc>
                <a:spcPct val="95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180000" indent="0" algn="ctr">
              <a:buNone/>
              <a:defRPr sz="1800">
                <a:solidFill>
                  <a:schemeClr val="bg1"/>
                </a:solidFill>
              </a:defRPr>
            </a:lvl2pPr>
            <a:lvl3pPr marL="36000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4pPr>
            <a:lvl5pPr marL="180000" indent="0" algn="ctr">
              <a:buClr>
                <a:schemeClr val="tx1"/>
              </a:buClr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Six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876B04D-418A-408D-4B86-1F152EA3B9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75724" y="4883150"/>
            <a:ext cx="2268963" cy="107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D441-95E6-955E-8A17-BE1B5185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200" y="6348353"/>
            <a:ext cx="216000" cy="215900"/>
          </a:xfrm>
        </p:spPr>
        <p:txBody>
          <a:bodyPr/>
          <a:lstStyle/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1EE65-26EE-B181-C60C-77234227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040688" y="6348353"/>
            <a:ext cx="3292473" cy="215901"/>
          </a:xfrm>
        </p:spPr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26" name="Text Placeholder 50">
            <a:extLst>
              <a:ext uri="{FF2B5EF4-FFF2-40B4-BE49-F238E27FC236}">
                <a16:creationId xmlns:a16="http://schemas.microsoft.com/office/drawing/2014/main" id="{1CD60F5F-1A30-45AD-3B55-764EF64C6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-680886"/>
            <a:ext cx="4716000" cy="607071"/>
          </a:xfrm>
          <a:solidFill>
            <a:schemeClr val="accent3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 dirty="0"/>
              <a:t>Lorem ipsum dolor sit amet, consectetuer adipiscing elit. Maecenas porttitor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635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65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63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49" Type="http://schemas.openxmlformats.org/officeDocument/2006/relationships/image" Target="../media/image1.svg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4" Type="http://schemas.openxmlformats.org/officeDocument/2006/relationships/slideLayout" Target="../slideLayouts/slideLayout6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61.xml"/><Relationship Id="rId48" Type="http://schemas.openxmlformats.org/officeDocument/2006/relationships/theme" Target="../theme/theme3.xml"/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59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1B4D6-09F5-E479-2AED-EDE0974F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368828"/>
            <a:ext cx="7345362" cy="309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B50FF-FF35-77A6-3E05-3419EB286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08163"/>
            <a:ext cx="3600449" cy="4321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4CE77E0-08A5-E322-88E5-387E2FA520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1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8" r:id="rId1"/>
    <p:sldLayoutId id="2147484589" r:id="rId2"/>
    <p:sldLayoutId id="2147484619" r:id="rId3"/>
    <p:sldLayoutId id="2147484620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­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90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0" indent="-180000" algn="l" defTabSz="914400" rtl="0" eaLnBrk="1" latinLnBrk="0" hangingPunct="1">
        <a:lnSpc>
          <a:spcPct val="100000"/>
        </a:lnSpc>
        <a:spcBef>
          <a:spcPts val="900"/>
        </a:spcBef>
        <a:buClr>
          <a:schemeClr val="accent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00000"/>
        </a:lnSpc>
        <a:spcBef>
          <a:spcPts val="900"/>
        </a:spcBef>
        <a:buClr>
          <a:schemeClr val="accent2"/>
        </a:buClr>
        <a:buFont typeface="Arial" panose="020B0604020202020204" pitchFamily="34" charset="0"/>
        <a:buChar char="­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9FCC3B"/>
          </p15:clr>
        </p15:guide>
        <p15:guide id="2" pos="3840" userDrawn="1">
          <p15:clr>
            <a:srgbClr val="9FCC3B"/>
          </p15:clr>
        </p15:guide>
        <p15:guide id="3" pos="3795" userDrawn="1">
          <p15:clr>
            <a:srgbClr val="F26B43"/>
          </p15:clr>
        </p15:guide>
        <p15:guide id="4" pos="3296" userDrawn="1">
          <p15:clr>
            <a:srgbClr val="F26B43"/>
          </p15:clr>
        </p15:guide>
        <p15:guide id="5" pos="3205" userDrawn="1">
          <p15:clr>
            <a:srgbClr val="F26B43"/>
          </p15:clr>
        </p15:guide>
        <p15:guide id="6" pos="2706" userDrawn="1">
          <p15:clr>
            <a:srgbClr val="F26B43"/>
          </p15:clr>
        </p15:guide>
        <p15:guide id="7" pos="2615" userDrawn="1">
          <p15:clr>
            <a:srgbClr val="F26B43"/>
          </p15:clr>
        </p15:guide>
        <p15:guide id="8" pos="2116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1527" userDrawn="1">
          <p15:clr>
            <a:srgbClr val="F26B43"/>
          </p15:clr>
        </p15:guide>
        <p15:guide id="11" pos="1436" userDrawn="1">
          <p15:clr>
            <a:srgbClr val="F26B43"/>
          </p15:clr>
        </p15:guide>
        <p15:guide id="12" pos="937" userDrawn="1">
          <p15:clr>
            <a:srgbClr val="F26B43"/>
          </p15:clr>
        </p15:guide>
        <p15:guide id="13" pos="846" userDrawn="1">
          <p15:clr>
            <a:srgbClr val="F26B43"/>
          </p15:clr>
        </p15:guide>
        <p15:guide id="14" pos="347" userDrawn="1">
          <p15:clr>
            <a:srgbClr val="9FCC3B"/>
          </p15:clr>
        </p15:guide>
        <p15:guide id="15" pos="3885" userDrawn="1">
          <p15:clr>
            <a:srgbClr val="F26B43"/>
          </p15:clr>
        </p15:guide>
        <p15:guide id="16" pos="4384" userDrawn="1">
          <p15:clr>
            <a:srgbClr val="F26B43"/>
          </p15:clr>
        </p15:guide>
        <p15:guide id="17" pos="4475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pos="7333" userDrawn="1">
          <p15:clr>
            <a:srgbClr val="9FCC3B"/>
          </p15:clr>
        </p15:guide>
        <p15:guide id="35" orient="horz" pos="1139" userDrawn="1">
          <p15:clr>
            <a:srgbClr val="F26B43"/>
          </p15:clr>
        </p15:guide>
        <p15:guide id="41" orient="horz" pos="119" userDrawn="1">
          <p15:clr>
            <a:srgbClr val="9FCC3B"/>
          </p15:clr>
        </p15:guide>
        <p15:guide id="55" orient="horz" pos="3974" userDrawn="1">
          <p15:clr>
            <a:srgbClr val="F26B43"/>
          </p15:clr>
        </p15:guide>
        <p15:guide id="59" orient="horz" pos="4201" userDrawn="1">
          <p15:clr>
            <a:srgbClr val="9FCC3B"/>
          </p15:clr>
        </p15:guide>
        <p15:guide id="60" orient="horz" pos="459" userDrawn="1">
          <p15:clr>
            <a:srgbClr val="F26B43"/>
          </p15:clr>
        </p15:guide>
        <p15:guide id="62" orient="horz" pos="2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1B4D6-09F5-E479-2AED-EDE0974F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368828"/>
            <a:ext cx="7345362" cy="309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B50FF-FF35-77A6-3E05-3419EB286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08163"/>
            <a:ext cx="3600449" cy="432117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022CD86-70D4-FAC0-0BEE-A94D1C48EC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7196C-25D5-C3B8-0D57-612FAF9C5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40688" y="6348353"/>
            <a:ext cx="3292473" cy="2159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© 2026 Clarivate. All rights reserved.</a:t>
            </a:r>
            <a:endParaRPr lang="en-US" dirty="0">
              <a:solidFill>
                <a:prstClr val="white"/>
              </a:solidFill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1DE54-54E0-3EB1-4173-FB5DCE9D7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7792" y="6348353"/>
            <a:ext cx="216000" cy="2159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F59CD943-D024-467A-B36E-F11E1285ED75}" type="slidenum">
              <a:rPr lang="en-GB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prstClr val="white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8572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7" r:id="rId1"/>
    <p:sldLayoutId id="2147484798" r:id="rId2"/>
    <p:sldLayoutId id="2147484799" r:id="rId3"/>
    <p:sldLayoutId id="2147484800" r:id="rId4"/>
    <p:sldLayoutId id="2147484801" r:id="rId5"/>
    <p:sldLayoutId id="2147484802" r:id="rId6"/>
    <p:sldLayoutId id="2147484803" r:id="rId7"/>
    <p:sldLayoutId id="2147484804" r:id="rId8"/>
    <p:sldLayoutId id="2147484805" r:id="rId9"/>
    <p:sldLayoutId id="2147484806" r:id="rId10"/>
    <p:sldLayoutId id="2147484807" r:id="rId11"/>
    <p:sldLayoutId id="2147484808" r:id="rId12"/>
    <p:sldLayoutId id="2147484809" r:id="rId13"/>
    <p:sldLayoutId id="2147484810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­"/>
        <a:defRPr sz="1500" kern="1200">
          <a:solidFill>
            <a:schemeClr val="bg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900"/>
        </a:spcBef>
        <a:buFont typeface="Wingdings" panose="05000000000000000000" pitchFamily="2" charset="2"/>
        <a:buChar char="§"/>
        <a:defRPr sz="1500" kern="1200">
          <a:solidFill>
            <a:schemeClr val="bg1"/>
          </a:solidFill>
          <a:latin typeface="+mn-lt"/>
          <a:ea typeface="+mn-ea"/>
          <a:cs typeface="+mn-cs"/>
        </a:defRPr>
      </a:lvl3pPr>
      <a:lvl4pPr marL="180000" indent="-180000" algn="l" defTabSz="914400" rtl="0" eaLnBrk="1" latinLnBrk="0" hangingPunct="1">
        <a:lnSpc>
          <a:spcPct val="100000"/>
        </a:lnSpc>
        <a:spcBef>
          <a:spcPts val="900"/>
        </a:spcBef>
        <a:buClr>
          <a:schemeClr val="accent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00000"/>
        </a:lnSpc>
        <a:spcBef>
          <a:spcPts val="900"/>
        </a:spcBef>
        <a:buClr>
          <a:schemeClr val="accent2"/>
        </a:buClr>
        <a:buFont typeface="Arial" panose="020B0604020202020204" pitchFamily="34" charset="0"/>
        <a:buChar char="­"/>
        <a:defRPr sz="1500" kern="1200">
          <a:solidFill>
            <a:schemeClr val="bg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9FCC3B"/>
          </p15:clr>
        </p15:guide>
        <p15:guide id="2" pos="3840">
          <p15:clr>
            <a:srgbClr val="9FCC3B"/>
          </p15:clr>
        </p15:guide>
        <p15:guide id="3" pos="3795">
          <p15:clr>
            <a:srgbClr val="F26B43"/>
          </p15:clr>
        </p15:guide>
        <p15:guide id="4" pos="3296">
          <p15:clr>
            <a:srgbClr val="F26B43"/>
          </p15:clr>
        </p15:guide>
        <p15:guide id="5" pos="3205">
          <p15:clr>
            <a:srgbClr val="F26B43"/>
          </p15:clr>
        </p15:guide>
        <p15:guide id="6" pos="2706">
          <p15:clr>
            <a:srgbClr val="F26B43"/>
          </p15:clr>
        </p15:guide>
        <p15:guide id="7" pos="2615">
          <p15:clr>
            <a:srgbClr val="F26B43"/>
          </p15:clr>
        </p15:guide>
        <p15:guide id="8" pos="2116">
          <p15:clr>
            <a:srgbClr val="F26B43"/>
          </p15:clr>
        </p15:guide>
        <p15:guide id="9" pos="2026">
          <p15:clr>
            <a:srgbClr val="F26B43"/>
          </p15:clr>
        </p15:guide>
        <p15:guide id="10" pos="1527">
          <p15:clr>
            <a:srgbClr val="F26B43"/>
          </p15:clr>
        </p15:guide>
        <p15:guide id="11" pos="1436">
          <p15:clr>
            <a:srgbClr val="F26B43"/>
          </p15:clr>
        </p15:guide>
        <p15:guide id="12" pos="937">
          <p15:clr>
            <a:srgbClr val="F26B43"/>
          </p15:clr>
        </p15:guide>
        <p15:guide id="13" pos="846">
          <p15:clr>
            <a:srgbClr val="F26B43"/>
          </p15:clr>
        </p15:guide>
        <p15:guide id="14" pos="347">
          <p15:clr>
            <a:srgbClr val="9FCC3B"/>
          </p15:clr>
        </p15:guide>
        <p15:guide id="15" pos="3885">
          <p15:clr>
            <a:srgbClr val="F26B43"/>
          </p15:clr>
        </p15:guide>
        <p15:guide id="16" pos="4384">
          <p15:clr>
            <a:srgbClr val="F26B43"/>
          </p15:clr>
        </p15:guide>
        <p15:guide id="17" pos="4475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pos="7333">
          <p15:clr>
            <a:srgbClr val="9FCC3B"/>
          </p15:clr>
        </p15:guide>
        <p15:guide id="35" orient="horz" pos="1139">
          <p15:clr>
            <a:srgbClr val="F26B43"/>
          </p15:clr>
        </p15:guide>
        <p15:guide id="41" orient="horz" pos="119">
          <p15:clr>
            <a:srgbClr val="9FCC3B"/>
          </p15:clr>
        </p15:guide>
        <p15:guide id="55" orient="horz" pos="3974">
          <p15:clr>
            <a:srgbClr val="F26B43"/>
          </p15:clr>
        </p15:guide>
        <p15:guide id="59" orient="horz" pos="4201">
          <p15:clr>
            <a:srgbClr val="9FCC3B"/>
          </p15:clr>
        </p15:guide>
        <p15:guide id="60" orient="horz" pos="459">
          <p15:clr>
            <a:srgbClr val="F26B43"/>
          </p15:clr>
        </p15:guide>
        <p15:guide id="62" orient="horz" pos="23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1B4D6-09F5-E479-2AED-EDE0974F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368828"/>
            <a:ext cx="7345362" cy="309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Header avenir demi 24pt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B50FF-FF35-77A6-3E05-3419EB286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08163"/>
            <a:ext cx="3600449" cy="4321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1AB4EAE-82CC-6BB0-4194-18B93B5EF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9263" t="23870" r="9262" b="23680"/>
          <a:stretch/>
        </p:blipFill>
        <p:spPr>
          <a:xfrm>
            <a:off x="550863" y="6329363"/>
            <a:ext cx="1296000" cy="25479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7196C-25D5-C3B8-0D57-612FAF9C5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40688" y="6348353"/>
            <a:ext cx="3292473" cy="2159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Clarivate.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1DE54-54E0-3EB1-4173-FB5DCE9D7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7792" y="6348353"/>
            <a:ext cx="216000" cy="2159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F59CD943-D024-467A-B36E-F11E1285ED7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800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4745" r:id="rId2"/>
    <p:sldLayoutId id="2147484624" r:id="rId3"/>
    <p:sldLayoutId id="2147484591" r:id="rId4"/>
    <p:sldLayoutId id="2147484592" r:id="rId5"/>
    <p:sldLayoutId id="2147483922" r:id="rId6"/>
    <p:sldLayoutId id="2147484734" r:id="rId7"/>
    <p:sldLayoutId id="2147483923" r:id="rId8"/>
    <p:sldLayoutId id="2147483924" r:id="rId9"/>
    <p:sldLayoutId id="2147483925" r:id="rId10"/>
    <p:sldLayoutId id="2147484647" r:id="rId11"/>
    <p:sldLayoutId id="2147484622" r:id="rId12"/>
    <p:sldLayoutId id="2147484641" r:id="rId13"/>
    <p:sldLayoutId id="2147484642" r:id="rId14"/>
    <p:sldLayoutId id="2147483926" r:id="rId15"/>
    <p:sldLayoutId id="2147483928" r:id="rId16"/>
    <p:sldLayoutId id="2147484503" r:id="rId17"/>
    <p:sldLayoutId id="2147483952" r:id="rId18"/>
    <p:sldLayoutId id="2147483930" r:id="rId19"/>
    <p:sldLayoutId id="2147483931" r:id="rId20"/>
    <p:sldLayoutId id="2147484818" r:id="rId21"/>
    <p:sldLayoutId id="2147484504" r:id="rId22"/>
    <p:sldLayoutId id="2147483953" r:id="rId23"/>
    <p:sldLayoutId id="2147484501" r:id="rId24"/>
    <p:sldLayoutId id="2147484502" r:id="rId25"/>
    <p:sldLayoutId id="2147484505" r:id="rId26"/>
    <p:sldLayoutId id="2147484506" r:id="rId27"/>
    <p:sldLayoutId id="2147484507" r:id="rId28"/>
    <p:sldLayoutId id="2147484616" r:id="rId29"/>
    <p:sldLayoutId id="2147484628" r:id="rId30"/>
    <p:sldLayoutId id="2147484765" r:id="rId31"/>
    <p:sldLayoutId id="2147483934" r:id="rId32"/>
    <p:sldLayoutId id="2147483936" r:id="rId33"/>
    <p:sldLayoutId id="2147483937" r:id="rId34"/>
    <p:sldLayoutId id="2147484590" r:id="rId35"/>
    <p:sldLayoutId id="2147484817" r:id="rId36"/>
    <p:sldLayoutId id="2147484819" r:id="rId37"/>
    <p:sldLayoutId id="2147483940" r:id="rId38"/>
    <p:sldLayoutId id="2147483948" r:id="rId39"/>
    <p:sldLayoutId id="2147484766" r:id="rId40"/>
    <p:sldLayoutId id="2147483949" r:id="rId41"/>
    <p:sldLayoutId id="2147484593" r:id="rId42"/>
    <p:sldLayoutId id="2147483950" r:id="rId43"/>
    <p:sldLayoutId id="2147483951" r:id="rId44"/>
    <p:sldLayoutId id="2147484793" r:id="rId45"/>
    <p:sldLayoutId id="2147484794" r:id="rId46"/>
    <p:sldLayoutId id="2147484795" r:id="rId4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­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90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900"/>
        </a:spcBef>
        <a:buClr>
          <a:schemeClr val="tx1"/>
        </a:buClr>
        <a:buFont typeface="Courier New" panose="02070309020205020404" pitchFamily="49" charset="0"/>
        <a:buChar char="o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900"/>
        </a:spcBef>
        <a:buClr>
          <a:schemeClr val="tx1"/>
        </a:buClr>
        <a:buFont typeface="Avenir Next LT Pro" panose="020B05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00" indent="-1800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9FCC3B"/>
          </p15:clr>
        </p15:guide>
        <p15:guide id="2" pos="3840" userDrawn="1">
          <p15:clr>
            <a:srgbClr val="9FCC3B"/>
          </p15:clr>
        </p15:guide>
        <p15:guide id="3" pos="3795" userDrawn="1">
          <p15:clr>
            <a:srgbClr val="F26B43"/>
          </p15:clr>
        </p15:guide>
        <p15:guide id="4" pos="3296" userDrawn="1">
          <p15:clr>
            <a:srgbClr val="F26B43"/>
          </p15:clr>
        </p15:guide>
        <p15:guide id="5" pos="3205" userDrawn="1">
          <p15:clr>
            <a:srgbClr val="F26B43"/>
          </p15:clr>
        </p15:guide>
        <p15:guide id="6" pos="2706" userDrawn="1">
          <p15:clr>
            <a:srgbClr val="F26B43"/>
          </p15:clr>
        </p15:guide>
        <p15:guide id="7" pos="2615" userDrawn="1">
          <p15:clr>
            <a:srgbClr val="F26B43"/>
          </p15:clr>
        </p15:guide>
        <p15:guide id="8" pos="2116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1527" userDrawn="1">
          <p15:clr>
            <a:srgbClr val="F26B43"/>
          </p15:clr>
        </p15:guide>
        <p15:guide id="11" pos="1436" userDrawn="1">
          <p15:clr>
            <a:srgbClr val="F26B43"/>
          </p15:clr>
        </p15:guide>
        <p15:guide id="12" pos="937" userDrawn="1">
          <p15:clr>
            <a:srgbClr val="F26B43"/>
          </p15:clr>
        </p15:guide>
        <p15:guide id="13" pos="846" userDrawn="1">
          <p15:clr>
            <a:srgbClr val="F26B43"/>
          </p15:clr>
        </p15:guide>
        <p15:guide id="14" pos="347" userDrawn="1">
          <p15:clr>
            <a:srgbClr val="9FCC3B"/>
          </p15:clr>
        </p15:guide>
        <p15:guide id="15" pos="3885" userDrawn="1">
          <p15:clr>
            <a:srgbClr val="F26B43"/>
          </p15:clr>
        </p15:guide>
        <p15:guide id="16" pos="4384" userDrawn="1">
          <p15:clr>
            <a:srgbClr val="F26B43"/>
          </p15:clr>
        </p15:guide>
        <p15:guide id="17" pos="4475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pos="7333" userDrawn="1">
          <p15:clr>
            <a:srgbClr val="9FCC3B"/>
          </p15:clr>
        </p15:guide>
        <p15:guide id="35" orient="horz" pos="1139" userDrawn="1">
          <p15:clr>
            <a:srgbClr val="F26B43"/>
          </p15:clr>
        </p15:guide>
        <p15:guide id="41" orient="horz" pos="119" userDrawn="1">
          <p15:clr>
            <a:srgbClr val="9FCC3B"/>
          </p15:clr>
        </p15:guide>
        <p15:guide id="55" orient="horz" pos="3974" userDrawn="1">
          <p15:clr>
            <a:srgbClr val="F26B43"/>
          </p15:clr>
        </p15:guide>
        <p15:guide id="59" orient="horz" pos="4201" userDrawn="1">
          <p15:clr>
            <a:srgbClr val="9FCC3B"/>
          </p15:clr>
        </p15:guide>
        <p15:guide id="60" orient="horz" pos="459" userDrawn="1">
          <p15:clr>
            <a:srgbClr val="F26B43"/>
          </p15:clr>
        </p15:guide>
        <p15:guide id="62" orient="horz" pos="2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12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11" Type="http://schemas.openxmlformats.org/officeDocument/2006/relationships/image" Target="../media/image20.jpg"/><Relationship Id="rId5" Type="http://schemas.openxmlformats.org/officeDocument/2006/relationships/image" Target="../media/image15.jpg"/><Relationship Id="rId10" Type="http://schemas.openxmlformats.org/officeDocument/2006/relationships/image" Target="../media/image12.pn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41.jpe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Spec Driven Development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The Agentic Mindset</a:t>
            </a:r>
          </a:p>
        </p:txBody>
      </p:sp>
      <p:sp>
        <p:nvSpPr>
          <p:cNvPr id="6" name="Name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David Berger</a:t>
            </a:r>
          </a:p>
        </p:txBody>
      </p:sp>
      <p:sp>
        <p:nvSpPr>
          <p:cNvPr id="7" name="Date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Rapido Team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417320"/>
            <a:ext cx="1097280" cy="1097280"/>
          </a:xfrm>
          <a:prstGeom prst="ellipse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Shape 12"/>
          <p:cNvSpPr/>
          <p:nvPr/>
        </p:nvSpPr>
        <p:spPr>
          <a:xfrm>
            <a:off x="2148840" y="150876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b">
            <a:normAutofit/>
          </a:bodyPr>
          <a:lstStyle/>
          <a:p>
            <a:pPr algn="l"/>
            <a:r>
              <a:rPr lang="en-US" sz="2600" b="1" i="0" dirty="0">
                <a:solidFill>
                  <a:srgbClr val="2A2B2D"/>
                </a:solidFill>
              </a:rPr>
              <a:t>Theory</a:t>
            </a:r>
          </a:p>
        </p:txBody>
      </p:sp>
      <p:sp>
        <p:nvSpPr>
          <p:cNvPr id="13" name="Shape 13"/>
          <p:cNvSpPr/>
          <p:nvPr/>
        </p:nvSpPr>
        <p:spPr>
          <a:xfrm>
            <a:off x="2148840" y="20574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l"/>
            <a:r>
              <a:rPr lang="en-US" sz="1600" b="0" i="0" dirty="0">
                <a:solidFill>
                  <a:srgbClr val="8C8C8C"/>
                </a:solidFill>
              </a:rPr>
              <a:t>incl. 1.5 · Meet our SDLC agent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2834640"/>
            <a:ext cx="1097280" cy="1097280"/>
          </a:xfrm>
          <a:prstGeom prst="ellipse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Shape 15"/>
          <p:cNvSpPr/>
          <p:nvPr/>
        </p:nvSpPr>
        <p:spPr>
          <a:xfrm>
            <a:off x="2148840" y="283464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l"/>
            <a:r>
              <a:rPr lang="en-US" sz="2600" b="1" i="0" dirty="0">
                <a:solidFill>
                  <a:srgbClr val="2A2B2D"/>
                </a:solidFill>
              </a:rPr>
              <a:t>Mission-Brief.md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4251960"/>
            <a:ext cx="1097280" cy="1097280"/>
          </a:xfrm>
          <a:prstGeom prst="ellipse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Shape 17"/>
          <p:cNvSpPr/>
          <p:nvPr/>
        </p:nvSpPr>
        <p:spPr>
          <a:xfrm>
            <a:off x="2148840" y="425196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l"/>
            <a:r>
              <a:rPr lang="en-US" sz="2600" b="1" i="0" dirty="0">
                <a:solidFill>
                  <a:srgbClr val="2A2B2D"/>
                </a:solidFill>
              </a:rPr>
              <a:t>Plan.md</a:t>
            </a:r>
          </a:p>
        </p:txBody>
      </p:sp>
      <p:sp>
        <p:nvSpPr>
          <p:cNvPr id="18" name="Shape 18"/>
          <p:cNvSpPr/>
          <p:nvPr/>
        </p:nvSpPr>
        <p:spPr>
          <a:xfrm>
            <a:off x="6309360" y="1417320"/>
            <a:ext cx="1097280" cy="1097280"/>
          </a:xfrm>
          <a:prstGeom prst="ellipse">
            <a:avLst/>
          </a:prstGeom>
          <a:solidFill>
            <a:srgbClr val="18A38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hape 19"/>
          <p:cNvSpPr/>
          <p:nvPr/>
        </p:nvSpPr>
        <p:spPr>
          <a:xfrm>
            <a:off x="7635240" y="141732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l"/>
            <a:r>
              <a:rPr lang="en-US" sz="2600" b="1" i="0" dirty="0">
                <a:solidFill>
                  <a:srgbClr val="2A2B2D"/>
                </a:solidFill>
              </a:rPr>
              <a:t>Why is it worth it?</a:t>
            </a:r>
          </a:p>
        </p:txBody>
      </p:sp>
      <p:sp>
        <p:nvSpPr>
          <p:cNvPr id="20" name="Shape 20"/>
          <p:cNvSpPr/>
          <p:nvPr/>
        </p:nvSpPr>
        <p:spPr>
          <a:xfrm>
            <a:off x="6309360" y="2834640"/>
            <a:ext cx="1097280" cy="1097280"/>
          </a:xfrm>
          <a:prstGeom prst="ellipse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Shape 21"/>
          <p:cNvSpPr/>
          <p:nvPr/>
        </p:nvSpPr>
        <p:spPr>
          <a:xfrm>
            <a:off x="7635240" y="283464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l"/>
            <a:r>
              <a:rPr lang="en-US" sz="2600" b="1" i="0">
                <a:solidFill>
                  <a:srgbClr val="2A2B2D"/>
                </a:solidFill>
              </a:rPr>
              <a:t>Coming soon</a:t>
            </a:r>
            <a:endParaRPr lang="en-US" sz="2600" b="1" i="0" dirty="0">
              <a:solidFill>
                <a:srgbClr val="2A2B2D"/>
              </a:solidFill>
            </a:endParaRPr>
          </a:p>
        </p:txBody>
      </p:sp>
      <p:sp>
        <p:nvSpPr>
          <p:cNvPr id="24" name="Popup Email Processing III"/>
          <p:cNvSpPr/>
          <p:nvPr/>
        </p:nvSpPr>
        <p:spPr>
          <a:xfrm>
            <a:off x="7635240" y="4206240"/>
            <a:ext cx="4023360" cy="731520"/>
          </a:xfrm>
          <a:prstGeom prst="wedgeRoundRectCallout">
            <a:avLst>
              <a:gd name="adj1" fmla="val -30000"/>
              <a:gd name="adj2" fmla="val -78000"/>
              <a:gd name="adj3" fmla="val 16667"/>
            </a:avLst>
          </a:prstGeom>
          <a:solidFill>
            <a:srgbClr val="003F51"/>
          </a:solidFill>
          <a:ln>
            <a:noFill/>
          </a:ln>
        </p:spPr>
        <p:txBody>
          <a:bodyPr wrap="square" lIns="144000" tIns="36000" rIns="144000" bIns="36000" rtlCol="0" anchor="ctr">
            <a:normAutofit/>
          </a:bodyPr>
          <a:lstStyle/>
          <a:p>
            <a:pPr algn="l"/>
            <a:r>
              <a:rPr lang="en-US" sz="1800" b="1" i="0">
                <a:solidFill>
                  <a:srgbClr val="FFFFFF"/>
                </a:solidFill>
              </a:rPr>
              <a:t>Real life example: Email Processing III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· 1970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325880"/>
            <a:ext cx="2194560" cy="731520"/>
          </a:xfrm>
          <a:prstGeom prst="roundRect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Requirements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3017520" y="1691640"/>
            <a:ext cx="320040" cy="0"/>
          </a:xfrm>
          <a:prstGeom prst="straightConnector1">
            <a:avLst/>
          </a:prstGeom>
          <a:ln w="31750">
            <a:solidFill>
              <a:srgbClr val="5E33BF"/>
            </a:solidFill>
            <a:tailEnd type="triangle" w="med" len="med"/>
          </a:ln>
        </p:spPr>
      </p:cxnSp>
      <p:cxnSp>
        <p:nvCxnSpPr>
          <p:cNvPr id="13" name="Arrow 13"/>
          <p:cNvCxnSpPr/>
          <p:nvPr/>
        </p:nvCxnSpPr>
        <p:spPr>
          <a:xfrm>
            <a:off x="3337560" y="1691640"/>
            <a:ext cx="0" cy="502920"/>
          </a:xfrm>
          <a:prstGeom prst="straightConnector1">
            <a:avLst/>
          </a:prstGeom>
          <a:ln w="31750">
            <a:solidFill>
              <a:srgbClr val="5E33BF"/>
            </a:solidFill>
            <a:tailEnd type="triangle" w="med" len="med"/>
          </a:ln>
        </p:spPr>
      </p:cxnSp>
      <p:sp>
        <p:nvSpPr>
          <p:cNvPr id="14" name="Shape 14"/>
          <p:cNvSpPr/>
          <p:nvPr/>
        </p:nvSpPr>
        <p:spPr>
          <a:xfrm>
            <a:off x="2926080" y="2194560"/>
            <a:ext cx="2194560" cy="731520"/>
          </a:xfrm>
          <a:prstGeom prst="roundRec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Design</a:t>
            </a:r>
          </a:p>
        </p:txBody>
      </p:sp>
      <p:cxnSp>
        <p:nvCxnSpPr>
          <p:cNvPr id="15" name="Arrow 15"/>
          <p:cNvCxnSpPr/>
          <p:nvPr/>
        </p:nvCxnSpPr>
        <p:spPr>
          <a:xfrm>
            <a:off x="5120640" y="2560320"/>
            <a:ext cx="320040" cy="0"/>
          </a:xfrm>
          <a:prstGeom prst="straightConnector1">
            <a:avLst/>
          </a:prstGeom>
          <a:ln w="31750">
            <a:solidFill>
              <a:srgbClr val="B175E1"/>
            </a:solidFill>
            <a:tailEnd type="triangle" w="med" len="med"/>
          </a:ln>
        </p:spPr>
      </p:cxnSp>
      <p:cxnSp>
        <p:nvCxnSpPr>
          <p:cNvPr id="16" name="Arrow 16"/>
          <p:cNvCxnSpPr/>
          <p:nvPr/>
        </p:nvCxnSpPr>
        <p:spPr>
          <a:xfrm>
            <a:off x="5440680" y="2560320"/>
            <a:ext cx="0" cy="502920"/>
          </a:xfrm>
          <a:prstGeom prst="straightConnector1">
            <a:avLst/>
          </a:prstGeom>
          <a:ln w="31750">
            <a:solidFill>
              <a:srgbClr val="B175E1"/>
            </a:solidFill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5029200" y="3063240"/>
            <a:ext cx="2194560" cy="731520"/>
          </a:xfrm>
          <a:prstGeom prst="roundRect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18" name="Arrow 18"/>
          <p:cNvCxnSpPr/>
          <p:nvPr/>
        </p:nvCxnSpPr>
        <p:spPr>
          <a:xfrm>
            <a:off x="7223760" y="3429000"/>
            <a:ext cx="320040" cy="0"/>
          </a:xfrm>
          <a:prstGeom prst="straightConnector1">
            <a:avLst/>
          </a:prstGeom>
          <a:ln w="31750">
            <a:solidFill>
              <a:srgbClr val="3595F0"/>
            </a:solidFill>
            <a:tailEnd type="triangle" w="med" len="med"/>
          </a:ln>
        </p:spPr>
      </p:cxnSp>
      <p:cxnSp>
        <p:nvCxnSpPr>
          <p:cNvPr id="19" name="Arrow 19"/>
          <p:cNvCxnSpPr/>
          <p:nvPr/>
        </p:nvCxnSpPr>
        <p:spPr>
          <a:xfrm>
            <a:off x="7543800" y="3429000"/>
            <a:ext cx="0" cy="502920"/>
          </a:xfrm>
          <a:prstGeom prst="straightConnector1">
            <a:avLst/>
          </a:prstGeom>
          <a:ln w="31750">
            <a:solidFill>
              <a:srgbClr val="3595F0"/>
            </a:solidFill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7132320" y="3931920"/>
            <a:ext cx="2194560" cy="731520"/>
          </a:xfrm>
          <a:prstGeom prst="roundRect">
            <a:avLst/>
          </a:prstGeom>
          <a:solidFill>
            <a:srgbClr val="18A38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Test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9326880" y="4297680"/>
            <a:ext cx="320040" cy="0"/>
          </a:xfrm>
          <a:prstGeom prst="straightConnector1">
            <a:avLst/>
          </a:prstGeom>
          <a:ln w="31750">
            <a:solidFill>
              <a:srgbClr val="18A381"/>
            </a:solidFill>
            <a:tailEnd type="triangle" w="med" len="med"/>
          </a:ln>
        </p:spPr>
      </p:cxnSp>
      <p:cxnSp>
        <p:nvCxnSpPr>
          <p:cNvPr id="22" name="Arrow 22"/>
          <p:cNvCxnSpPr/>
          <p:nvPr/>
        </p:nvCxnSpPr>
        <p:spPr>
          <a:xfrm>
            <a:off x="9646920" y="4297680"/>
            <a:ext cx="0" cy="502920"/>
          </a:xfrm>
          <a:prstGeom prst="straightConnector1">
            <a:avLst/>
          </a:prstGeom>
          <a:ln w="31750">
            <a:solidFill>
              <a:srgbClr val="18A381"/>
            </a:solidFill>
            <a:tailEnd type="triangle" w="med" len="med"/>
          </a:ln>
        </p:spPr>
      </p:cxnSp>
      <p:sp>
        <p:nvSpPr>
          <p:cNvPr id="23" name="Shape 23"/>
          <p:cNvSpPr/>
          <p:nvPr/>
        </p:nvSpPr>
        <p:spPr>
          <a:xfrm>
            <a:off x="9235440" y="4800600"/>
            <a:ext cx="2194560" cy="731520"/>
          </a:xfrm>
          <a:prstGeom prst="roundRect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24" name="Shape 24"/>
          <p:cNvSpPr/>
          <p:nvPr/>
        </p:nvSpPr>
        <p:spPr>
          <a:xfrm>
            <a:off x="822960" y="49377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l"/>
            <a:r>
              <a:rPr lang="en-US" sz="2200" b="1" i="0" dirty="0">
                <a:solidFill>
                  <a:srgbClr val="2A2B2D"/>
                </a:solidFill>
              </a:rPr>
              <a:t>One way. No going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· 2001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914400" y="1371600"/>
            <a:ext cx="4206240" cy="4206240"/>
          </a:xfrm>
          <a:prstGeom prst="ellipse">
            <a:avLst/>
          </a:prstGeom>
          <a:noFill/>
          <a:ln w="76200">
            <a:solidFill>
              <a:srgbClr val="B175E1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2286000" y="960120"/>
            <a:ext cx="1463040" cy="822960"/>
          </a:xfrm>
          <a:prstGeom prst="roundRect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3" name="Shape 13"/>
          <p:cNvSpPr/>
          <p:nvPr/>
        </p:nvSpPr>
        <p:spPr>
          <a:xfrm>
            <a:off x="4389120" y="3063240"/>
            <a:ext cx="1463040" cy="822960"/>
          </a:xfrm>
          <a:prstGeom prst="roundRec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4" name="Shape 14"/>
          <p:cNvSpPr/>
          <p:nvPr/>
        </p:nvSpPr>
        <p:spPr>
          <a:xfrm>
            <a:off x="2286000" y="5166360"/>
            <a:ext cx="1463040" cy="822960"/>
          </a:xfrm>
          <a:prstGeom prst="roundRect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5" name="Shape 15"/>
          <p:cNvSpPr/>
          <p:nvPr/>
        </p:nvSpPr>
        <p:spPr>
          <a:xfrm>
            <a:off x="182880" y="3063240"/>
            <a:ext cx="1463040" cy="822960"/>
          </a:xfrm>
          <a:prstGeom prst="roundRect">
            <a:avLst/>
          </a:prstGeom>
          <a:solidFill>
            <a:srgbClr val="18A38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</a:rPr>
              <a:t>Adapt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0" y="1737360"/>
            <a:ext cx="4572000" cy="1371600"/>
          </a:xfrm>
          <a:prstGeom prst="roundRect">
            <a:avLst/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200" b="1" i="0" dirty="0">
                <a:solidFill>
                  <a:srgbClr val="5E33BF"/>
                </a:solidFill>
              </a:rPr>
              <a:t>Code &gt; Docs</a:t>
            </a:r>
          </a:p>
        </p:txBody>
      </p:sp>
      <p:sp>
        <p:nvSpPr>
          <p:cNvPr id="17" name="Shape 17"/>
          <p:cNvSpPr/>
          <p:nvPr/>
        </p:nvSpPr>
        <p:spPr>
          <a:xfrm>
            <a:off x="6583680" y="3657600"/>
            <a:ext cx="4572000" cy="1371600"/>
          </a:xfrm>
          <a:prstGeom prst="roundRect">
            <a:avLst/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200" b="1" i="0" dirty="0">
                <a:solidFill>
                  <a:srgbClr val="5E33BF"/>
                </a:solidFill>
              </a:rPr>
              <a:t>Just start. Adapt.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2023 · LLMs write the code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6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146304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 lnSpcReduction="10000"/>
          </a:bodyPr>
          <a:lstStyle/>
          <a:p>
            <a:pPr algn="ctr"/>
            <a:r>
              <a:rPr lang="en-US" sz="12000" b="1" i="0" dirty="0">
                <a:solidFill>
                  <a:srgbClr val="5E33BF"/>
                </a:solidFill>
              </a:rPr>
              <a:t>2023</a:t>
            </a:r>
          </a:p>
        </p:txBody>
      </p:sp>
      <p:sp>
        <p:nvSpPr>
          <p:cNvPr id="12" name="Shape 12"/>
          <p:cNvSpPr/>
          <p:nvPr/>
        </p:nvSpPr>
        <p:spPr>
          <a:xfrm>
            <a:off x="6195974" y="1828800"/>
            <a:ext cx="555955" cy="555955"/>
          </a:xfrm>
          <a:prstGeom prst="ellipse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6035040" y="2429232"/>
            <a:ext cx="877824" cy="862608"/>
          </a:xfrm>
          <a:prstGeom prst="roundRect">
            <a:avLst>
              <a:gd name="adj" fmla="val 45000"/>
            </a:avLst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cxnSp>
        <p:nvCxnSpPr>
          <p:cNvPr id="14" name="Arrow 14"/>
          <p:cNvCxnSpPr/>
          <p:nvPr/>
        </p:nvCxnSpPr>
        <p:spPr>
          <a:xfrm>
            <a:off x="7086600" y="2560320"/>
            <a:ext cx="1051560" cy="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8229600" y="1828800"/>
            <a:ext cx="1463040" cy="1463040"/>
          </a:xfrm>
          <a:prstGeom prst="ellipse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800" b="1" i="0" dirty="0">
                <a:solidFill>
                  <a:srgbClr val="FFFFFF"/>
                </a:solidFill>
              </a:rPr>
              <a:t>AI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9784080" y="2560320"/>
            <a:ext cx="822960" cy="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10652760" y="2057400"/>
            <a:ext cx="1005840" cy="1005840"/>
          </a:xfrm>
          <a:prstGeom prst="roundRect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&lt;/&gt;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000" b="1" i="0" dirty="0">
                <a:solidFill>
                  <a:srgbClr val="2A2B2D"/>
                </a:solidFill>
              </a:rPr>
              <a:t>So… what changes?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code ≠ Agile code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7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645920"/>
            <a:ext cx="3200400" cy="3474720"/>
          </a:xfrm>
          <a:prstGeom prst="roundRect">
            <a:avLst>
              <a:gd name="adj" fmla="val 6000"/>
            </a:avLst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pic>
        <p:nvPicPr>
          <p:cNvPr id="23" name="Code is cheap im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833" y="2023845"/>
            <a:ext cx="1262654" cy="1255829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914400" y="36576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600" b="1" i="0" dirty="0">
                <a:solidFill>
                  <a:srgbClr val="2A2B2D"/>
                </a:solidFill>
              </a:rPr>
              <a:t>Code is cheap</a:t>
            </a:r>
          </a:p>
        </p:txBody>
      </p:sp>
      <p:sp>
        <p:nvSpPr>
          <p:cNvPr id="14" name="Shape 14"/>
          <p:cNvSpPr/>
          <p:nvPr/>
        </p:nvSpPr>
        <p:spPr>
          <a:xfrm>
            <a:off x="4480560" y="1645920"/>
            <a:ext cx="3200400" cy="3474720"/>
          </a:xfrm>
          <a:prstGeom prst="roundRect">
            <a:avLst>
              <a:gd name="adj" fmla="val 6000"/>
            </a:avLst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pic>
        <p:nvPicPr>
          <p:cNvPr id="21" name="Documentation symbol" descr="image-dcb6968386030c159e49f8aa9c2575c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175" y="2029269"/>
            <a:ext cx="1241170" cy="1244981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4572000" y="36576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600" b="1" i="0">
                <a:solidFill>
                  <a:srgbClr val="2A2B2D"/>
                </a:solidFill>
              </a:rPr>
              <a:t>human language is</a:t>
            </a:r>
            <a:r>
              <a:rPr lang="en-US" sz="2600" b="1" i="0" dirty="0">
                <a:solidFill>
                  <a:srgbClr val="2A2B2D"/>
                </a:solidFill>
              </a:rPr>
              <a:t> valuable</a:t>
            </a:r>
          </a:p>
        </p:txBody>
      </p:sp>
      <p:sp>
        <p:nvSpPr>
          <p:cNvPr id="17" name="Shape 17"/>
          <p:cNvSpPr/>
          <p:nvPr/>
        </p:nvSpPr>
        <p:spPr>
          <a:xfrm>
            <a:off x="8138160" y="1645920"/>
            <a:ext cx="3200400" cy="3474720"/>
          </a:xfrm>
          <a:prstGeom prst="roundRect">
            <a:avLst>
              <a:gd name="adj" fmla="val 6000"/>
            </a:avLst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pic>
        <p:nvPicPr>
          <p:cNvPr id="22" name="Context connections symbol" descr="image-ad80ecd12a8d3f2a98fd1b65309beaf0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549640" y="1786187"/>
            <a:ext cx="2377440" cy="1731146"/>
          </a:xfrm>
          <a:prstGeom prst="rect">
            <a:avLst/>
          </a:prstGeom>
        </p:spPr>
      </p:pic>
      <p:sp>
        <p:nvSpPr>
          <p:cNvPr id="19" name="Shape 19"/>
          <p:cNvSpPr/>
          <p:nvPr/>
        </p:nvSpPr>
        <p:spPr>
          <a:xfrm>
            <a:off x="8229600" y="36576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600" b="1" i="0" dirty="0">
                <a:solidFill>
                  <a:srgbClr val="2A2B2D"/>
                </a:solidFill>
              </a:rPr>
              <a:t>Context is critical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2960" y="11887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5E33BF"/>
                </a:solidFill>
              </a:rPr>
              <a:t>LESSON 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80560" y="11887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5E33BF"/>
                </a:solidFill>
              </a:rPr>
              <a:t>LESSON 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38160" y="11887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5E33BF"/>
                </a:solidFill>
              </a:rPr>
              <a:t>LESSON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550864" y="368828"/>
            <a:ext cx="8281986" cy="411480"/>
          </a:xfrm>
        </p:spPr>
        <p:txBody>
          <a:bodyPr wrap="none" lIns="0" tIns="0" rIns="0" bIns="0" anchor="t"/>
          <a:lstStyle/>
          <a:p>
            <a:r>
              <a:rPr lang="en-US" sz="2400" b="1">
                <a:solidFill>
                  <a:schemeClr val="accent2"/>
                </a:solidFill>
                <a:latin typeface="Avenir Next LT Pro"/>
              </a:rPr>
              <a:t>1.1 · Code is cheap &amp; disposable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8</a:t>
            </a:fld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2468880" y="51663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0" i="0" dirty="0">
                <a:solidFill>
                  <a:srgbClr val="2A2B2D"/>
                </a:solidFill>
              </a:rPr>
              <a:t>Writing code by hand</a:t>
            </a:r>
          </a:p>
        </p:txBody>
      </p:sp>
      <p:sp>
        <p:nvSpPr>
          <p:cNvPr id="16" name="Shape 16"/>
          <p:cNvSpPr/>
          <p:nvPr/>
        </p:nvSpPr>
        <p:spPr>
          <a:xfrm>
            <a:off x="6126480" y="51663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0" i="0" dirty="0">
                <a:solidFill>
                  <a:srgbClr val="2A2B2D"/>
                </a:solidFill>
              </a:rPr>
              <a:t>Generating code with AI</a:t>
            </a:r>
          </a:p>
        </p:txBody>
      </p:sp>
      <p:pic>
        <p:nvPicPr>
          <p:cNvPr id="18" name="Human and AI coding comparison" descr="AI-generated illustration. Left: a human coding beside a small stack of source code. Right: an AI robot coding beside a towering stack of source code. Conceptual comparison, not measured outpu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414" y="868680"/>
            <a:ext cx="6377172" cy="4069080"/>
          </a:xfrm>
          <a:prstGeom prst="rect">
            <a:avLst/>
          </a:prstGeom>
        </p:spPr>
      </p:pic>
      <p:pic>
        <p:nvPicPr>
          <p:cNvPr id="19" name="Code section image" descr="Context image from slide 7 for subsecti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" y="932688"/>
            <a:ext cx="643558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</a:t>
            </a:r>
            <a:r>
              <a:rPr lang="en-US" dirty="0"/>
              <a:t> · AI creates noise. We filter it.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9</a:t>
            </a:fld>
            <a:endParaRPr lang="en-US"/>
          </a:p>
        </p:txBody>
      </p:sp>
      <p:pic>
        <p:nvPicPr>
          <p:cNvPr id="6" name="AI shouting noise particles and thoughtful girl selecting one" descr="Editorial cartoon of a shouting AI robot on the left releasing many noise particles, while a thoughtful young woman carefully selects one golden particle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21229" y="1101075"/>
            <a:ext cx="7749540" cy="4793009"/>
          </a:xfrm>
          <a:prstGeom prst="rect">
            <a:avLst/>
          </a:prstGeom>
        </p:spPr>
      </p:pic>
      <p:pic>
        <p:nvPicPr>
          <p:cNvPr id="7" name="Subsection context · Code is cheap image" descr="Context image from slide 7 for subsecti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" y="932688"/>
            <a:ext cx="643558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</a:t>
            </a:r>
            <a:r>
              <a:rPr lang="en-US" dirty="0"/>
              <a:t> · We understand less of our code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10</a:t>
            </a:fld>
            <a:endParaRPr lang="en-US"/>
          </a:p>
        </p:txBody>
      </p:sp>
      <p:pic>
        <p:nvPicPr>
          <p:cNvPr id="6" name="Human approving AI-generated code" descr="A shrugging human presses Approve while an AI robot generates a large cascade of co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310" y="1143000"/>
            <a:ext cx="7200900" cy="4800600"/>
          </a:xfrm>
          <a:prstGeom prst="rect">
            <a:avLst/>
          </a:prstGeom>
        </p:spPr>
      </p:pic>
      <p:pic>
        <p:nvPicPr>
          <p:cNvPr id="7" name="Subsection context · Code is cheap image" descr="Context image from slide 7 for subsecti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" y="932688"/>
            <a:ext cx="643558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</a:t>
            </a:r>
            <a:r>
              <a:rPr lang="en-US" dirty="0"/>
              <a:t> · Code silently drifts from intent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11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3063240"/>
            <a:ext cx="822960" cy="822960"/>
          </a:xfrm>
          <a:prstGeom prst="ellipse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cxnSp>
        <p:nvCxnSpPr>
          <p:cNvPr id="12" name="Arrow 12"/>
          <p:cNvCxnSpPr/>
          <p:nvPr/>
        </p:nvCxnSpPr>
        <p:spPr>
          <a:xfrm>
            <a:off x="1645920" y="3474720"/>
            <a:ext cx="7863840" cy="0"/>
          </a:xfrm>
          <a:prstGeom prst="straightConnector1">
            <a:avLst/>
          </a:prstGeom>
          <a:ln w="50800">
            <a:solidFill>
              <a:srgbClr val="18A381"/>
            </a:solidFill>
            <a:tailEnd type="triangle" w="med" len="med"/>
          </a:ln>
        </p:spPr>
      </p:cxnSp>
      <p:sp>
        <p:nvSpPr>
          <p:cNvPr id="13" name="Shape 13"/>
          <p:cNvSpPr/>
          <p:nvPr/>
        </p:nvSpPr>
        <p:spPr>
          <a:xfrm>
            <a:off x="9601200" y="2926080"/>
            <a:ext cx="1097280" cy="1097280"/>
          </a:xfrm>
          <a:prstGeom prst="ellipse">
            <a:avLst/>
          </a:prstGeom>
          <a:solidFill>
            <a:srgbClr val="18A38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4" name="Shape 14"/>
          <p:cNvSpPr/>
          <p:nvPr/>
        </p:nvSpPr>
        <p:spPr>
          <a:xfrm>
            <a:off x="9875520" y="32004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8778240" y="4114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2200" b="1" i="0" dirty="0">
                <a:solidFill>
                  <a:srgbClr val="18A381"/>
                </a:solidFill>
              </a:rPr>
              <a:t>Intent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1645920" y="3520440"/>
            <a:ext cx="2468880" cy="502920"/>
          </a:xfrm>
          <a:prstGeom prst="straightConnector1">
            <a:avLst/>
          </a:prstGeom>
          <a:ln w="50800">
            <a:solidFill>
              <a:srgbClr val="ED5564"/>
            </a:solidFill>
            <a:prstDash val="dash"/>
          </a:ln>
        </p:spPr>
      </p:cxnSp>
      <p:cxnSp>
        <p:nvCxnSpPr>
          <p:cNvPr id="17" name="Arrow 17"/>
          <p:cNvCxnSpPr/>
          <p:nvPr/>
        </p:nvCxnSpPr>
        <p:spPr>
          <a:xfrm>
            <a:off x="4114800" y="4023360"/>
            <a:ext cx="2286000" cy="822960"/>
          </a:xfrm>
          <a:prstGeom prst="straightConnector1">
            <a:avLst/>
          </a:prstGeom>
          <a:ln w="50800">
            <a:solidFill>
              <a:srgbClr val="ED5564"/>
            </a:solidFill>
            <a:prstDash val="dash"/>
          </a:ln>
        </p:spPr>
      </p:cxnSp>
      <p:cxnSp>
        <p:nvCxnSpPr>
          <p:cNvPr id="18" name="Arrow 18"/>
          <p:cNvCxnSpPr/>
          <p:nvPr/>
        </p:nvCxnSpPr>
        <p:spPr>
          <a:xfrm>
            <a:off x="6400800" y="4846320"/>
            <a:ext cx="2103120" cy="914400"/>
          </a:xfrm>
          <a:prstGeom prst="straightConnector1">
            <a:avLst/>
          </a:prstGeom>
          <a:ln w="50800">
            <a:solidFill>
              <a:srgbClr val="ED5564"/>
            </a:solidFill>
            <a:prstDash val="dash"/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8595360" y="5394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l"/>
            <a:r>
              <a:rPr lang="en-US" sz="2200" b="1" i="0" dirty="0">
                <a:solidFill>
                  <a:srgbClr val="ED5564"/>
                </a:solidFill>
              </a:rPr>
              <a:t>Actual code</a:t>
            </a:r>
          </a:p>
        </p:txBody>
      </p:sp>
      <p:pic>
        <p:nvPicPr>
          <p:cNvPr id="20" name="Subsection context · Code is cheap image" descr="Context image from slide 7 for subsectio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932688"/>
            <a:ext cx="643558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000" y="900000"/>
            <a:ext cx="11092000" cy="1250000"/>
          </a:xfrm>
        </p:spPr>
        <p:txBody>
          <a:bodyPr wrap="square" anchor="ctr">
            <a:noAutofit/>
          </a:bodyPr>
          <a:lstStyle/>
          <a:p>
            <a:pPr algn="ctr"/>
            <a:r>
              <a:rPr lang="en-US" sz="4800" b="1" dirty="0"/>
              <a:t>AI Creates. You Must Control.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12</a:t>
            </a:fld>
            <a:endParaRPr lang="en-US"/>
          </a:p>
        </p:txBody>
      </p:sp>
      <p:pic>
        <p:nvPicPr>
          <p:cNvPr id="20" name="Human and AI coding comparison" descr="AI-generated illustration. Left: a human coding beside a small stack of source code. Right: an AI robot coding beside a towering stack of source code. Conceptual comparison, not measured outpu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00" y="2444359"/>
            <a:ext cx="3543941" cy="2261281"/>
          </a:xfrm>
          <a:prstGeom prst="rect">
            <a:avLst/>
          </a:prstGeom>
        </p:spPr>
      </p:pic>
      <p:pic>
        <p:nvPicPr>
          <p:cNvPr id="21" name="AI shouting noise particles and thoughtful girl selecting one" descr="Editorial cartoon of a shouting AI robot on the left releasing many noise particles, while a thoughtful young woman carefully selects one golden particle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43941" y="2444359"/>
            <a:ext cx="3656135" cy="2261281"/>
          </a:xfrm>
          <a:prstGeom prst="rect">
            <a:avLst/>
          </a:prstGeom>
        </p:spPr>
      </p:pic>
      <p:pic>
        <p:nvPicPr>
          <p:cNvPr id="22" name="Human approving AI-generated code" descr="A shrugging human presses Approve while an AI robot generates a large cascade of cod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077" y="2444359"/>
            <a:ext cx="3391922" cy="2261281"/>
          </a:xfrm>
          <a:prstGeom prst="rect">
            <a:avLst/>
          </a:prstGeom>
        </p:spPr>
      </p:pic>
      <p:sp>
        <p:nvSpPr>
          <p:cNvPr id="30" name="Lesson tag"/>
          <p:cNvSpPr/>
          <p:nvPr/>
        </p:nvSpPr>
        <p:spPr>
          <a:xfrm>
            <a:off x="7342000" y="300000"/>
            <a:ext cx="4300000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E33BF"/>
            </a:solidFill>
          </a:ln>
        </p:spPr>
        <p:txBody>
          <a:bodyPr wrap="square" lIns="108000" tIns="0" rIns="10800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5E33BF"/>
                </a:solidFill>
              </a:rPr>
              <a:t>✓ End of Lesson 1 · Code is cheap</a:t>
            </a:r>
          </a:p>
        </p:txBody>
      </p:sp>
      <p:pic>
        <p:nvPicPr>
          <p:cNvPr id="40" name="Lesson 1 image: Code is cheap" descr="Lesson 1 image: Code is che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00" y="950000"/>
            <a:ext cx="1350000" cy="1341000"/>
          </a:xfrm>
          <a:prstGeom prst="rect">
            <a:avLst/>
          </a:prstGeom>
        </p:spPr>
      </p:pic>
      <p:pic>
        <p:nvPicPr>
          <p:cNvPr id="3" name="Lesson 1 image: Code is cheap" descr="Lesson 1 image: Code is che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00" y="950000"/>
            <a:ext cx="1350000" cy="134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864" y="368828"/>
            <a:ext cx="6600000" cy="251885"/>
          </a:xfrm>
        </p:spPr>
        <p:txBody>
          <a:bodyPr/>
          <a:lstStyle/>
          <a:p>
            <a:r>
              <a:rPr lang="en-US"/>
              <a:t>2.1</a:t>
            </a:r>
            <a:r>
              <a:rPr lang="en-US" dirty="0"/>
              <a:t> · Natural language is now executable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13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188720" y="1828800"/>
            <a:ext cx="2377440" cy="292608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B175E1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B175E1"/>
                </a:solidFill>
              </a:rPr>
              <a:t>Plain</a:t>
            </a:r>
          </a:p>
          <a:p>
            <a:pPr algn="ctr"/>
            <a:r>
              <a:rPr lang="en-US" sz="2400" b="1" i="0" dirty="0">
                <a:solidFill>
                  <a:srgbClr val="B175E1"/>
                </a:solidFill>
              </a:rPr>
              <a:t>English</a:t>
            </a:r>
          </a:p>
        </p:txBody>
      </p:sp>
      <p:cxnSp>
        <p:nvCxnSpPr>
          <p:cNvPr id="12" name="Arrow 12"/>
          <p:cNvCxnSpPr>
            <a:cxnSpLocks/>
            <a:stCxn id="11" idx="3"/>
            <a:endCxn id="15" idx="1"/>
          </p:cNvCxnSpPr>
          <p:nvPr/>
        </p:nvCxnSpPr>
        <p:spPr>
          <a:xfrm>
            <a:off x="3566160" y="3291840"/>
            <a:ext cx="5486400" cy="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9052560" y="2194560"/>
            <a:ext cx="2194560" cy="2194560"/>
          </a:xfrm>
          <a:prstGeom prst="roundRect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000" b="1" i="0" dirty="0">
                <a:solidFill>
                  <a:srgbClr val="FFFFFF"/>
                </a:solidFill>
              </a:rPr>
              <a:t>&lt;/&gt;</a:t>
            </a:r>
          </a:p>
        </p:txBody>
      </p:sp>
      <p:pic>
        <p:nvPicPr>
          <p:cNvPr id="16" name="Subsection context · Documentation symbo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932688"/>
            <a:ext cx="637580" cy="640080"/>
          </a:xfrm>
          <a:prstGeom prst="rect">
            <a:avLst/>
          </a:prstGeom>
        </p:spPr>
      </p:pic>
      <p:sp>
        <p:nvSpPr>
          <p:cNvPr id="30" name="Lesson tag"/>
          <p:cNvSpPr/>
          <p:nvPr/>
        </p:nvSpPr>
        <p:spPr>
          <a:xfrm>
            <a:off x="7342000" y="300000"/>
            <a:ext cx="4300000" cy="400000"/>
          </a:xfrm>
          <a:prstGeom prst="roundRect">
            <a:avLst>
              <a:gd name="adj" fmla="val 50000"/>
            </a:avLst>
          </a:prstGeom>
          <a:solidFill>
            <a:srgbClr val="5E33BF"/>
          </a:solidFill>
          <a:ln>
            <a:noFill/>
          </a:ln>
        </p:spPr>
        <p:txBody>
          <a:bodyPr wrap="square" lIns="108000" tIns="0" rIns="10800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▶ Lesson 2 begins · Human language is valuable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</a:t>
            </a:r>
            <a:r>
              <a:rPr lang="en-US" dirty="0"/>
              <a:t> · Docs nobody read — AI reads them all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14</a:t>
            </a:fld>
            <a:endParaRPr lang="en-US"/>
          </a:p>
        </p:txBody>
      </p:sp>
      <p:pic>
        <p:nvPicPr>
          <p:cNvPr id="18" name="Subsection context · Documentation symbol" descr="Context image from slide 7 for subsectio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932688"/>
            <a:ext cx="637579" cy="640080"/>
          </a:xfrm>
          <a:prstGeom prst="rect">
            <a:avLst/>
          </a:prstGeom>
        </p:spPr>
      </p:pic>
      <p:pic>
        <p:nvPicPr>
          <p:cNvPr id="19" name="Image from slide 9" descr="An AI robot yelling a cloud of noise particles while a squinting human carefully pinches one teal particle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21229" y="1101075"/>
            <a:ext cx="7749540" cy="47930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</a:t>
            </a:r>
            <a:r>
              <a:rPr lang="en-US" dirty="0"/>
              <a:t> · Bad docs ruin AI results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15</a:t>
            </a:fld>
            <a:endParaRPr lang="en-US"/>
          </a:p>
        </p:txBody>
      </p:sp>
      <p:pic>
        <p:nvPicPr>
          <p:cNvPr id="16" name="Subsection context · Documentation symbol" descr="Context image from slide 7 for subsectio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932688"/>
            <a:ext cx="637579" cy="640080"/>
          </a:xfrm>
          <a:prstGeom prst="rect">
            <a:avLst/>
          </a:prstGeom>
        </p:spPr>
      </p:pic>
      <p:pic>
        <p:nvPicPr>
          <p:cNvPr id="17" name="Document with rotten apple to AI to monitor with worm" descr="image-3b16c97e72ce052bd7e92ca77d69932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870" y="1371600"/>
            <a:ext cx="901425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550864" y="368828"/>
            <a:ext cx="8281986" cy="411480"/>
          </a:xfrm>
        </p:spPr>
        <p:txBody>
          <a:bodyPr wrap="none" lIns="0" tIns="0" rIns="0" bIns="0" anchor="t"/>
          <a:lstStyle/>
          <a:p>
            <a:r>
              <a:rPr lang="en-US" sz="2400" b="1">
                <a:solidFill>
                  <a:schemeClr val="accent2"/>
                </a:solidFill>
                <a:latin typeface="Avenir Next LT Pro"/>
              </a:rPr>
              <a:t>2.4 · Docs take minutes, not hours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16</a:t>
            </a:fld>
            <a:endParaRPr lang="en-US"/>
          </a:p>
        </p:txBody>
      </p:sp>
      <p:pic>
        <p:nvPicPr>
          <p:cNvPr id="17" name="Subsection context · Documentation symbol" descr="Context image from slide 7 for subsecti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" y="932688"/>
            <a:ext cx="637579" cy="640080"/>
          </a:xfrm>
          <a:prstGeom prst="rect">
            <a:avLst/>
          </a:prstGeom>
        </p:spPr>
      </p:pic>
      <p:pic>
        <p:nvPicPr>
          <p:cNvPr id="18" name="Human writing with quill and AI generating documents" descr="image-d1c570ce86e73602b6166a8c8e112fb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420" y="868680"/>
            <a:ext cx="6371158" cy="4069080"/>
          </a:xfrm>
          <a:prstGeom prst="rect">
            <a:avLst/>
          </a:prstGeom>
        </p:spPr>
      </p:pic>
      <p:sp>
        <p:nvSpPr>
          <p:cNvPr id="3" name="Shape 13"/>
          <p:cNvSpPr/>
          <p:nvPr/>
        </p:nvSpPr>
        <p:spPr>
          <a:xfrm>
            <a:off x="2468880" y="51663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0" i="0">
                <a:solidFill>
                  <a:srgbClr val="2A2B2D"/>
                </a:solidFill>
              </a:rPr>
              <a:t>Writing docs by hand</a:t>
            </a:r>
          </a:p>
        </p:txBody>
      </p:sp>
      <p:sp>
        <p:nvSpPr>
          <p:cNvPr id="19" name="Shape 16"/>
          <p:cNvSpPr/>
          <p:nvPr/>
        </p:nvSpPr>
        <p:spPr>
          <a:xfrm>
            <a:off x="6126480" y="51663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0" i="0">
                <a:solidFill>
                  <a:srgbClr val="2A2B2D"/>
                </a:solidFill>
              </a:rPr>
              <a:t>Generating docs with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</a:t>
            </a:r>
            <a:r>
              <a:rPr lang="en-US" dirty="0"/>
              <a:t> · Docs update themselves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17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097280" y="4480560"/>
            <a:ext cx="2926080" cy="1005840"/>
          </a:xfrm>
          <a:prstGeom prst="roundRect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Code</a:t>
            </a:r>
          </a:p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changes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4206240" y="4983480"/>
            <a:ext cx="1234440" cy="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3" name="Shape 13"/>
          <p:cNvSpPr/>
          <p:nvPr/>
        </p:nvSpPr>
        <p:spPr>
          <a:xfrm>
            <a:off x="5623560" y="4480560"/>
            <a:ext cx="1005840" cy="1005840"/>
          </a:xfrm>
          <a:prstGeom prst="ellipse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200" b="1" i="0" dirty="0">
                <a:solidFill>
                  <a:srgbClr val="FFFFFF"/>
                </a:solidFill>
              </a:rPr>
              <a:t>AI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6812280" y="4983480"/>
            <a:ext cx="1234440" cy="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8229600" y="4480560"/>
            <a:ext cx="2743200" cy="100584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18A381"/>
            </a:solidFill>
          </a:ln>
        </p:spPr>
        <p:txBody>
          <a:bodyPr wrap="square" lIns="72000" tIns="36000" rIns="72000" bIns="36000" rtlCol="0" anchor="ctr">
            <a:normAutofit lnSpcReduction="10000"/>
          </a:bodyPr>
          <a:lstStyle/>
          <a:p>
            <a:pPr algn="ctr"/>
            <a:r>
              <a:rPr lang="en-US" sz="2600" b="1" i="0" dirty="0">
                <a:solidFill>
                  <a:srgbClr val="18A381"/>
                </a:solidFill>
              </a:rPr>
              <a:t>Doc</a:t>
            </a:r>
          </a:p>
          <a:p>
            <a:pPr algn="ctr"/>
            <a:r>
              <a:rPr lang="en-US" sz="2600" b="1" i="0" dirty="0">
                <a:solidFill>
                  <a:srgbClr val="18A381"/>
                </a:solidFill>
              </a:rPr>
              <a:t>updated</a:t>
            </a:r>
          </a:p>
        </p:txBody>
      </p:sp>
      <p:sp>
        <p:nvSpPr>
          <p:cNvPr id="16" name="Shape 16"/>
          <p:cNvSpPr/>
          <p:nvPr/>
        </p:nvSpPr>
        <p:spPr>
          <a:xfrm>
            <a:off x="1097280" y="559612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2400" b="1" i="0" dirty="0">
                <a:solidFill>
                  <a:srgbClr val="2A2B2D"/>
                </a:solidFill>
              </a:rPr>
              <a:t>No manual maintenance</a:t>
            </a:r>
          </a:p>
        </p:txBody>
      </p:sp>
      <p:pic>
        <p:nvPicPr>
          <p:cNvPr id="17" name="Human searching papers and AI finding the document" descr="Illustrative comparison: a stressed young woman searches a huge disorganized paper stack while an AI robot easily retrieves the matching document from the same stack."/>
          <p:cNvPicPr>
            <a:picLocks noChangeAspect="1"/>
          </p:cNvPicPr>
          <p:nvPr/>
        </p:nvPicPr>
        <p:blipFill>
          <a:blip r:embed="rId3"/>
          <a:srcRect t="1981" b="1981"/>
          <a:stretch>
            <a:fillRect/>
          </a:stretch>
        </p:blipFill>
        <p:spPr>
          <a:xfrm>
            <a:off x="1463040" y="932688"/>
            <a:ext cx="9994392" cy="3237739"/>
          </a:xfrm>
          <a:prstGeom prst="rect">
            <a:avLst/>
          </a:prstGeom>
        </p:spPr>
      </p:pic>
      <p:pic>
        <p:nvPicPr>
          <p:cNvPr id="18" name="Subsection context · Documentation symbo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" y="932688"/>
            <a:ext cx="6375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864" y="368828"/>
            <a:ext cx="6600000" cy="251885"/>
          </a:xfrm>
        </p:spPr>
        <p:txBody>
          <a:bodyPr/>
          <a:lstStyle/>
          <a:p>
            <a:r>
              <a:rPr lang="en-US"/>
              <a:t>Lesson 2 summary</a:t>
            </a:r>
            <a:endParaRPr lang="en-US" dirty="0"/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18</a:t>
            </a:fld>
            <a:endParaRPr lang="en-US"/>
          </a:p>
        </p:txBody>
      </p:sp>
      <p:pic>
        <p:nvPicPr>
          <p:cNvPr id="20" name="Document with rotten apple to AI to monitor with worm" descr="image-3b16c97e72ce052bd7e92ca77d6993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545" y="2050000"/>
            <a:ext cx="3595498" cy="1677734"/>
          </a:xfrm>
          <a:prstGeom prst="rect">
            <a:avLst/>
          </a:prstGeom>
        </p:spPr>
      </p:pic>
      <p:pic>
        <p:nvPicPr>
          <p:cNvPr id="21" name="Human writing with quill and AI generating documents" descr="image-d1c570ce86e73602b6166a8c8e112fb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43" y="2050000"/>
            <a:ext cx="2626911" cy="1677734"/>
          </a:xfrm>
          <a:prstGeom prst="rect">
            <a:avLst/>
          </a:prstGeom>
        </p:spPr>
      </p:pic>
      <p:pic>
        <p:nvPicPr>
          <p:cNvPr id="22" name="Human searching papers and AI finding the document" descr="Illustrative comparison: a stressed young woman searches a huge disorganized paper stack while an AI robot easily retrieves the matching document from the same stack."/>
          <p:cNvPicPr>
            <a:picLocks noChangeAspect="1"/>
          </p:cNvPicPr>
          <p:nvPr/>
        </p:nvPicPr>
        <p:blipFill>
          <a:blip r:embed="rId4"/>
          <a:srcRect t="1981" b="1981"/>
          <a:stretch>
            <a:fillRect/>
          </a:stretch>
        </p:blipFill>
        <p:spPr>
          <a:xfrm>
            <a:off x="2913056" y="3917734"/>
            <a:ext cx="6365889" cy="2062265"/>
          </a:xfrm>
          <a:prstGeom prst="rect">
            <a:avLst/>
          </a:prstGeom>
        </p:spPr>
      </p:pic>
      <p:sp>
        <p:nvSpPr>
          <p:cNvPr id="30" name="Lesson tag"/>
          <p:cNvSpPr/>
          <p:nvPr/>
        </p:nvSpPr>
        <p:spPr>
          <a:xfrm>
            <a:off x="7342000" y="300000"/>
            <a:ext cx="4300000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E33BF"/>
            </a:solidFill>
          </a:ln>
        </p:spPr>
        <p:txBody>
          <a:bodyPr wrap="square" lIns="108000" tIns="0" rIns="10800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5E33BF"/>
                </a:solidFill>
              </a:rPr>
              <a:t>✓ End of Lesson 2 · Human language is valuable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0000" y="1000000"/>
            <a:ext cx="11092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4400" b="1">
                <a:solidFill>
                  <a:srgbClr val="5E33BF"/>
                </a:solidFill>
              </a:rPr>
              <a:t>Don't fear documents</a:t>
            </a:r>
          </a:p>
        </p:txBody>
      </p:sp>
      <p:pic>
        <p:nvPicPr>
          <p:cNvPr id="40" name="Lesson 2 image: Documentation symbol" descr="Lesson 2 image: Documentation 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00" y="2050000"/>
            <a:ext cx="1677734" cy="1684315"/>
          </a:xfrm>
          <a:prstGeom prst="rect">
            <a:avLst/>
          </a:prstGeom>
        </p:spPr>
      </p:pic>
      <p:pic>
        <p:nvPicPr>
          <p:cNvPr id="3" name="Lesson 2 image: Documentation symbol" descr="Lesson 2 image: Documentation 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00" y="2050000"/>
            <a:ext cx="1677734" cy="16843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864" y="368828"/>
            <a:ext cx="6600000" cy="251885"/>
          </a:xfrm>
        </p:spPr>
        <p:txBody>
          <a:bodyPr/>
          <a:lstStyle/>
          <a:p>
            <a:r>
              <a:rPr lang="en-US"/>
              <a:t>Lesson Lesson </a:t>
            </a:r>
            <a:r>
              <a:rPr lang="en-US" dirty="0"/>
              <a:t>3 · Context is critical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19</a:t>
            </a:fld>
            <a:endParaRPr lang="en-US"/>
          </a:p>
        </p:txBody>
      </p:sp>
      <p:pic>
        <p:nvPicPr>
          <p:cNvPr id="6" name="Scale: lightweight prompts and ideas, heavy Context" descr="Balance scale tilted upward on the left with small Prompts and Ideas cards, and downward to the floor on the right under a huge Context block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19" y="1005840"/>
            <a:ext cx="8238713" cy="5166360"/>
          </a:xfrm>
          <a:prstGeom prst="rect">
            <a:avLst/>
          </a:prstGeom>
        </p:spPr>
      </p:pic>
      <p:sp>
        <p:nvSpPr>
          <p:cNvPr id="30" name="Lesson tag"/>
          <p:cNvSpPr/>
          <p:nvPr/>
        </p:nvSpPr>
        <p:spPr>
          <a:xfrm>
            <a:off x="7342000" y="300000"/>
            <a:ext cx="4300000" cy="400000"/>
          </a:xfrm>
          <a:prstGeom prst="roundRect">
            <a:avLst>
              <a:gd name="adj" fmla="val 50000"/>
            </a:avLst>
          </a:prstGeom>
          <a:solidFill>
            <a:srgbClr val="5E33BF"/>
          </a:solidFill>
          <a:ln>
            <a:noFill/>
          </a:ln>
        </p:spPr>
        <p:txBody>
          <a:bodyPr wrap="square" lIns="108000" tIns="0" rIns="10800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▶ Lesson 3 begins · Context is critical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 · Garbage in, garbage out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20</a:t>
            </a:fld>
            <a:endParaRPr lang="en-US"/>
          </a:p>
        </p:txBody>
      </p:sp>
      <p:pic>
        <p:nvPicPr>
          <p:cNvPr id="6" name="Subsection context · Context connections symbol" descr="Context image from slide 7 for subsectio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932688"/>
            <a:ext cx="822960" cy="599242"/>
          </a:xfrm>
          <a:prstGeom prst="rect">
            <a:avLst/>
          </a:prstGeom>
        </p:spPr>
      </p:pic>
      <p:pic>
        <p:nvPicPr>
          <p:cNvPr id="2" name="Picture 1" descr="Garbage in, garbage out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500" y="1600000"/>
            <a:ext cx="8091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· Bad context: incomplete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21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291840" y="1371600"/>
            <a:ext cx="2651760" cy="2103120"/>
          </a:xfrm>
          <a:prstGeom prst="roundRect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6126480" y="1371600"/>
            <a:ext cx="2651760" cy="2103120"/>
          </a:xfrm>
          <a:prstGeom prst="roundRec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3291840" y="3657600"/>
            <a:ext cx="2651760" cy="2103120"/>
          </a:xfrm>
          <a:prstGeom prst="roundRect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4" name="Shape 14"/>
          <p:cNvSpPr/>
          <p:nvPr/>
        </p:nvSpPr>
        <p:spPr>
          <a:xfrm>
            <a:off x="6126480" y="3657600"/>
            <a:ext cx="2651760" cy="2103120"/>
          </a:xfrm>
          <a:prstGeom prst="roundRect">
            <a:avLst/>
          </a:prstGeom>
          <a:noFill/>
          <a:ln w="38100">
            <a:solidFill>
              <a:srgbClr val="ED5564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ED5564"/>
                </a:solidFill>
              </a:rPr>
              <a:t>Missing</a:t>
            </a:r>
          </a:p>
        </p:txBody>
      </p:sp>
      <p:pic>
        <p:nvPicPr>
          <p:cNvPr id="15" name="Subsection context · Context connections symbol" descr="Context image from slide 7 for subsectio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932688"/>
            <a:ext cx="822960" cy="5992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· Bad context: prompts contradict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22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645920"/>
            <a:ext cx="4389120" cy="1828800"/>
          </a:xfrm>
          <a:prstGeom prst="wedgeRoundRectCallout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Prompt #1:</a:t>
            </a:r>
          </a:p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"Retry 3 times"</a:t>
            </a:r>
          </a:p>
        </p:txBody>
      </p:sp>
      <p:sp>
        <p:nvSpPr>
          <p:cNvPr id="12" name="Shape 12"/>
          <p:cNvSpPr/>
          <p:nvPr/>
        </p:nvSpPr>
        <p:spPr>
          <a:xfrm>
            <a:off x="6949440" y="3108960"/>
            <a:ext cx="4389120" cy="1828800"/>
          </a:xfrm>
          <a:prstGeom prst="wedgeRoundRectCallou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Prompt #7:</a:t>
            </a:r>
          </a:p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"Never retry"</a:t>
            </a:r>
          </a:p>
        </p:txBody>
      </p:sp>
      <p:sp>
        <p:nvSpPr>
          <p:cNvPr id="13" name="Shape 13"/>
          <p:cNvSpPr/>
          <p:nvPr/>
        </p:nvSpPr>
        <p:spPr>
          <a:xfrm>
            <a:off x="5394960" y="2468880"/>
            <a:ext cx="1371600" cy="1554480"/>
          </a:xfrm>
          <a:prstGeom prst="lightningBol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4" name="Shape 14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400" b="0" i="1" dirty="0">
                <a:solidFill>
                  <a:srgbClr val="8C8C8C"/>
                </a:solidFill>
              </a:rPr>
              <a:t>(illustrative)</a:t>
            </a:r>
          </a:p>
        </p:txBody>
      </p:sp>
      <p:pic>
        <p:nvPicPr>
          <p:cNvPr id="15" name="Subsection context · Context connections symbol" descr="Context image from slide 7 for subsectio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932688"/>
            <a:ext cx="822960" cy="5992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3.4 · Bad context: prompt ≠ actual code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23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828800"/>
            <a:ext cx="4206240" cy="2377440"/>
          </a:xfrm>
          <a:prstGeom prst="wedgeRoundRectCallou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Prompt assumes:</a:t>
            </a:r>
          </a:p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sync API</a:t>
            </a:r>
          </a:p>
        </p:txBody>
      </p:sp>
      <p:sp>
        <p:nvSpPr>
          <p:cNvPr id="12" name="Shape 12"/>
          <p:cNvSpPr/>
          <p:nvPr/>
        </p:nvSpPr>
        <p:spPr>
          <a:xfrm>
            <a:off x="5120640" y="2011680"/>
            <a:ext cx="1920240" cy="20116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1000" b="1" i="0" dirty="0">
                <a:solidFill>
                  <a:srgbClr val="ED5564"/>
                </a:solidFill>
              </a:rPr>
              <a:t>≠</a:t>
            </a:r>
          </a:p>
        </p:txBody>
      </p:sp>
      <p:sp>
        <p:nvSpPr>
          <p:cNvPr id="13" name="Shape 13"/>
          <p:cNvSpPr/>
          <p:nvPr/>
        </p:nvSpPr>
        <p:spPr>
          <a:xfrm>
            <a:off x="7132320" y="1828800"/>
            <a:ext cx="4206240" cy="2377440"/>
          </a:xfrm>
          <a:prstGeom prst="roundRect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Code reality:</a:t>
            </a:r>
          </a:p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async queue</a:t>
            </a:r>
          </a:p>
        </p:txBody>
      </p:sp>
      <p:pic>
        <p:nvPicPr>
          <p:cNvPr id="15" name="Subsection context · Context connections symbol" descr="Context image from slide 7 for subsectio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932688"/>
            <a:ext cx="822960" cy="59924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864" y="368828"/>
            <a:ext cx="6600000" cy="251885"/>
          </a:xfrm>
        </p:spPr>
        <p:txBody>
          <a:bodyPr/>
          <a:lstStyle/>
          <a:p>
            <a:r>
              <a:rPr lang="en-US" dirty="0"/>
              <a:t>Lesson 3 summary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24</a:t>
            </a:fld>
            <a:endParaRPr lang="en-US"/>
          </a:p>
        </p:txBody>
      </p:sp>
      <p:pic>
        <p:nvPicPr>
          <p:cNvPr id="20" name="Scale: lightweight prompts and ideas, heavy Context" descr="Balance scale tilted upward on the left with small Prompts and Ideas cards, and downward to the floor on the right under a huge Context block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00" y="1977033"/>
            <a:ext cx="5096503" cy="3195932"/>
          </a:xfrm>
          <a:prstGeom prst="rect">
            <a:avLst/>
          </a:prstGeom>
        </p:spPr>
      </p:pic>
      <p:pic>
        <p:nvPicPr>
          <p:cNvPr id="21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503" y="1977033"/>
            <a:ext cx="5745496" cy="3195932"/>
          </a:xfrm>
          <a:prstGeom prst="rect">
            <a:avLst/>
          </a:prstGeom>
        </p:spPr>
      </p:pic>
      <p:sp>
        <p:nvSpPr>
          <p:cNvPr id="30" name="Lesson tag"/>
          <p:cNvSpPr/>
          <p:nvPr/>
        </p:nvSpPr>
        <p:spPr>
          <a:xfrm>
            <a:off x="7342000" y="300000"/>
            <a:ext cx="4300000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E33BF"/>
            </a:solidFill>
          </a:ln>
        </p:spPr>
        <p:txBody>
          <a:bodyPr wrap="square" lIns="108000" tIns="0" rIns="108000" bIns="0" anchor="ctr">
            <a:noAutofit/>
          </a:bodyPr>
          <a:lstStyle/>
          <a:p>
            <a:pPr algn="ctr"/>
            <a:r>
              <a:rPr lang="en-US" sz="1200" b="1">
                <a:solidFill>
                  <a:srgbClr val="5E33BF"/>
                </a:solidFill>
              </a:rPr>
              <a:t>✓ End of Lesson 3 · Context is critical</a:t>
            </a:r>
          </a:p>
        </p:txBody>
      </p:sp>
      <p:pic>
        <p:nvPicPr>
          <p:cNvPr id="40" name="Lesson 3 image: Context connections" descr="Lesson 3 image: Context connec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0" y="760000"/>
            <a:ext cx="1540000" cy="1121000"/>
          </a:xfrm>
          <a:prstGeom prst="rect">
            <a:avLst/>
          </a:prstGeom>
        </p:spPr>
      </p:pic>
      <p:pic>
        <p:nvPicPr>
          <p:cNvPr id="3" name="Lesson 3 image: Context connections" descr="Lesson 3 image: Context connec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0" y="760000"/>
            <a:ext cx="1540000" cy="1121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SWE role: Implementor → Orchestrator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25</a:t>
            </a:fld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822960" y="4206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2600" b="1" i="0" dirty="0">
                <a:solidFill>
                  <a:srgbClr val="8C8C8C"/>
                </a:solidFill>
              </a:rPr>
              <a:t>Implementor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4206240" y="2926080"/>
            <a:ext cx="3291840" cy="0"/>
          </a:xfrm>
          <a:prstGeom prst="straightConnector1">
            <a:avLst/>
          </a:prstGeom>
          <a:ln w="63500">
            <a:solidFill>
              <a:srgbClr val="5E33BF"/>
            </a:solidFill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7680960" y="4206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2600" b="1" i="0" dirty="0">
                <a:solidFill>
                  <a:srgbClr val="5E33BF"/>
                </a:solidFill>
              </a:rPr>
              <a:t>Orchestrator</a:t>
            </a:r>
          </a:p>
        </p:txBody>
      </p:sp>
      <p:pic>
        <p:nvPicPr>
          <p:cNvPr id="40" name="Builder kneeling and laying cement bricks" descr="Builder kneeling and laying cement bric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60" y="1828800"/>
            <a:ext cx="3214000" cy="2194560"/>
          </a:xfrm>
          <a:prstGeom prst="rect">
            <a:avLst/>
          </a:prstGeom>
        </p:spPr>
      </p:pic>
      <p:pic>
        <p:nvPicPr>
          <p:cNvPr id="41" name="Conductor leading a classical orchestra" descr="Conductor leading a classical orchest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0"/>
            <a:ext cx="3291840" cy="2194560"/>
          </a:xfrm>
          <a:prstGeom prst="rect">
            <a:avLst/>
          </a:prstGeom>
        </p:spPr>
      </p:pic>
      <p:pic>
        <p:nvPicPr>
          <p:cNvPr id="3" name="Builder kneeling and laying cement bricks" descr="Builder kneeling and laying cement bric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60" y="1828800"/>
            <a:ext cx="3214000" cy="2194560"/>
          </a:xfrm>
          <a:prstGeom prst="rect">
            <a:avLst/>
          </a:prstGeom>
        </p:spPr>
      </p:pic>
      <p:pic>
        <p:nvPicPr>
          <p:cNvPr id="6" name="Conductor leading a classical orchestra" descr="Conductor leading a classical orchest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0"/>
            <a:ext cx="3291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80000"/>
            <a:ext cx="10363200" cy="900000"/>
          </a:xfrm>
        </p:spPr>
        <p:txBody>
          <a:bodyPr wrap="square" anchor="ctr">
            <a:noAutofit/>
          </a:bodyPr>
          <a:lstStyle/>
          <a:p>
            <a:pPr algn="ctr"/>
            <a:r>
              <a:rPr lang="en-US" sz="4000" b="1"/>
              <a:t>Many prompts. Many directions.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26</a:t>
            </a:fld>
            <a:endParaRPr lang="en-US"/>
          </a:p>
        </p:txBody>
      </p:sp>
      <p:pic>
        <p:nvPicPr>
          <p:cNvPr id="12" name="Picture 12" descr="Cartoon illustration"/>
          <p:cNvPicPr>
            <a:picLocks noChangeAspect="1"/>
          </p:cNvPicPr>
          <p:nvPr/>
        </p:nvPicPr>
        <p:blipFill>
          <a:blip r:embed="rId2"/>
          <a:srcRect l="103" r="103"/>
          <a:stretch>
            <a:fillRect/>
          </a:stretch>
        </p:blipFill>
        <p:spPr>
          <a:xfrm>
            <a:off x="2503438" y="300000"/>
            <a:ext cx="7185123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80000"/>
            <a:ext cx="10363200" cy="900000"/>
          </a:xfrm>
        </p:spPr>
        <p:txBody>
          <a:bodyPr wrap="square" anchor="ctr">
            <a:noAutofit/>
          </a:bodyPr>
          <a:lstStyle/>
          <a:p>
            <a:pPr algn="ctr"/>
            <a:r>
              <a:rPr lang="en-US" sz="4000" b="1"/>
              <a:t>One spec. One direction.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27</a:t>
            </a:fld>
            <a:endParaRPr lang="en-US"/>
          </a:p>
        </p:txBody>
      </p:sp>
      <p:pic>
        <p:nvPicPr>
          <p:cNvPr id="12" name="Picture 12" descr="Cartoon illustration"/>
          <p:cNvPicPr>
            <a:picLocks noChangeAspect="1"/>
          </p:cNvPicPr>
          <p:nvPr/>
        </p:nvPicPr>
        <p:blipFill>
          <a:blip r:embed="rId2"/>
          <a:srcRect l="1403" r="1403"/>
          <a:stretch>
            <a:fillRect/>
          </a:stretch>
        </p:blipFill>
        <p:spPr>
          <a:xfrm>
            <a:off x="2596984" y="300000"/>
            <a:ext cx="6998032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80000"/>
            <a:ext cx="10363200" cy="900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4000" b="1"/>
              <a:t>How do we control this machine — easily?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28</a:t>
            </a:fld>
            <a:endParaRPr lang="en-US"/>
          </a:p>
        </p:txBody>
      </p:sp>
      <p:pic>
        <p:nvPicPr>
          <p:cNvPr id="12" name="Picture 12" descr="Cartoon illustration"/>
          <p:cNvPicPr>
            <a:picLocks noChangeAspect="1"/>
          </p:cNvPicPr>
          <p:nvPr/>
        </p:nvPicPr>
        <p:blipFill>
          <a:blip r:embed="rId2"/>
          <a:srcRect l="1403" r="1403"/>
          <a:stretch>
            <a:fillRect/>
          </a:stretch>
        </p:blipFill>
        <p:spPr>
          <a:xfrm>
            <a:off x="2596984" y="300000"/>
            <a:ext cx="6998032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Part 1.5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Meet our SDLC agent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SDLC agent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30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463040"/>
            <a:ext cx="2377440" cy="1188720"/>
          </a:xfrm>
          <a:prstGeom prst="roundRect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Source</a:t>
            </a:r>
          </a:p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2" name="Shape 12"/>
          <p:cNvSpPr/>
          <p:nvPr/>
        </p:nvSpPr>
        <p:spPr>
          <a:xfrm>
            <a:off x="822960" y="288036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6000" b="1" i="0" dirty="0">
                <a:solidFill>
                  <a:srgbClr val="3595F0"/>
                </a:solidFill>
              </a:rPr>
              <a:t>FSD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3291840" y="2057400"/>
            <a:ext cx="1463040" cy="96012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cxnSp>
        <p:nvCxnSpPr>
          <p:cNvPr id="14" name="Arrow 14"/>
          <p:cNvCxnSpPr/>
          <p:nvPr/>
        </p:nvCxnSpPr>
        <p:spPr>
          <a:xfrm flipV="1">
            <a:off x="3291840" y="3931920"/>
            <a:ext cx="1463040" cy="96012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822960" y="4297680"/>
            <a:ext cx="2377440" cy="1188720"/>
          </a:xfrm>
          <a:prstGeom prst="roundRect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>
                <a:solidFill>
                  <a:srgbClr val="FFFFFF"/>
                </a:solidFill>
              </a:rPr>
              <a:t>Your</a:t>
            </a:r>
          </a:p>
          <a:p>
            <a:pPr algn="ctr"/>
            <a:r>
              <a:rPr lang="en-US" sz="2200" b="1" i="0">
                <a:solidFill>
                  <a:srgbClr val="FFFFFF"/>
                </a:solidFill>
              </a:rPr>
              <a:t>directions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3291840" y="3474720"/>
            <a:ext cx="1463040" cy="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4846320" y="2286000"/>
            <a:ext cx="2377440" cy="2377440"/>
          </a:xfrm>
          <a:prstGeom prst="ellipse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SDLC</a:t>
            </a:r>
          </a:p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Agent</a:t>
            </a:r>
          </a:p>
        </p:txBody>
      </p:sp>
      <p:cxnSp>
        <p:nvCxnSpPr>
          <p:cNvPr id="16" name="Arrow 16"/>
          <p:cNvCxnSpPr/>
          <p:nvPr/>
        </p:nvCxnSpPr>
        <p:spPr>
          <a:xfrm flipV="1">
            <a:off x="7315200" y="2286000"/>
            <a:ext cx="1188720" cy="73152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cxnSp>
        <p:nvCxnSpPr>
          <p:cNvPr id="17" name="Arrow 17"/>
          <p:cNvCxnSpPr/>
          <p:nvPr/>
        </p:nvCxnSpPr>
        <p:spPr>
          <a:xfrm>
            <a:off x="7315200" y="3840480"/>
            <a:ext cx="1188720" cy="73152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8595360" y="1371600"/>
            <a:ext cx="3017520" cy="155448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5E33BF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5E33BF"/>
                </a:solidFill>
              </a:rPr>
              <a:t>Mission-Brief.md</a:t>
            </a:r>
          </a:p>
        </p:txBody>
      </p:sp>
      <p:sp>
        <p:nvSpPr>
          <p:cNvPr id="19" name="Shape 19"/>
          <p:cNvSpPr/>
          <p:nvPr/>
        </p:nvSpPr>
        <p:spPr>
          <a:xfrm>
            <a:off x="8595360" y="3840480"/>
            <a:ext cx="3017520" cy="155448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B175E1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800" b="1" i="0" dirty="0">
                <a:solidFill>
                  <a:srgbClr val="B175E1"/>
                </a:solidFill>
              </a:rPr>
              <a:t>Plan.md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Specs drive everything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31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371600"/>
            <a:ext cx="4389120" cy="4389120"/>
          </a:xfrm>
          <a:prstGeom prst="ellipse">
            <a:avLst/>
          </a:prstGeom>
          <a:solidFill>
            <a:srgbClr val="F3ECFB"/>
          </a:solidFill>
          <a:ln w="38100">
            <a:solidFill>
              <a:srgbClr val="5E33BF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1600200" y="2057400"/>
            <a:ext cx="2834640" cy="118872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5E33BF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600" b="1" i="0" dirty="0">
                <a:solidFill>
                  <a:srgbClr val="5E33BF"/>
                </a:solidFill>
              </a:rPr>
              <a:t>Mission-Brief.md</a:t>
            </a:r>
          </a:p>
        </p:txBody>
      </p:sp>
      <p:sp>
        <p:nvSpPr>
          <p:cNvPr id="13" name="Shape 13"/>
          <p:cNvSpPr/>
          <p:nvPr/>
        </p:nvSpPr>
        <p:spPr>
          <a:xfrm>
            <a:off x="1600200" y="3383280"/>
            <a:ext cx="2834640" cy="118872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B175E1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600" b="1" i="0" dirty="0">
                <a:solidFill>
                  <a:srgbClr val="B175E1"/>
                </a:solidFill>
              </a:rPr>
              <a:t>Plan.md</a:t>
            </a:r>
          </a:p>
        </p:txBody>
      </p:sp>
      <p:sp>
        <p:nvSpPr>
          <p:cNvPr id="14" name="Shape 14"/>
          <p:cNvSpPr/>
          <p:nvPr/>
        </p:nvSpPr>
        <p:spPr>
          <a:xfrm>
            <a:off x="2808122" y="4709160"/>
            <a:ext cx="382219" cy="382219"/>
          </a:xfrm>
          <a:prstGeom prst="ellipse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2697480" y="5121957"/>
            <a:ext cx="603504" cy="593043"/>
          </a:xfrm>
          <a:prstGeom prst="roundRect">
            <a:avLst>
              <a:gd name="adj" fmla="val 45000"/>
            </a:avLst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822960" y="57607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1" i="0" dirty="0">
                <a:solidFill>
                  <a:srgbClr val="003F51"/>
                </a:solidFill>
              </a:rPr>
              <a:t>You</a:t>
            </a:r>
          </a:p>
        </p:txBody>
      </p:sp>
      <p:cxnSp>
        <p:nvCxnSpPr>
          <p:cNvPr id="17" name="Arrow 17"/>
          <p:cNvCxnSpPr/>
          <p:nvPr/>
        </p:nvCxnSpPr>
        <p:spPr>
          <a:xfrm flipV="1">
            <a:off x="5303520" y="2011680"/>
            <a:ext cx="2103120" cy="155448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7589520" y="1463040"/>
            <a:ext cx="3566160" cy="1097280"/>
          </a:xfrm>
          <a:prstGeom prst="roundRect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Source code</a:t>
            </a:r>
          </a:p>
        </p:txBody>
      </p:sp>
      <p:cxnSp>
        <p:nvCxnSpPr>
          <p:cNvPr id="19" name="Arrow 19"/>
          <p:cNvCxnSpPr/>
          <p:nvPr/>
        </p:nvCxnSpPr>
        <p:spPr>
          <a:xfrm flipV="1">
            <a:off x="5303520" y="3520440"/>
            <a:ext cx="2103120" cy="4572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7589520" y="2971800"/>
            <a:ext cx="3566160" cy="1097280"/>
          </a:xfrm>
          <a:prstGeom prst="roundRect">
            <a:avLst/>
          </a:prstGeom>
          <a:solidFill>
            <a:srgbClr val="18A38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Unit tests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303520" y="3566160"/>
            <a:ext cx="2103120" cy="146304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7589520" y="4480560"/>
            <a:ext cx="3566160" cy="1097280"/>
          </a:xfrm>
          <a:prstGeom prst="roundRect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Updated spec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Mission-Brief.md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· Select the agent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33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Screenshot 1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Paste screenshot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44D70A-A4B4-3F63-DBE2-C9B60D731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474" y="914400"/>
            <a:ext cx="7622421" cy="5433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169FE0-67CF-00BD-FBB8-BC14E1868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790" y="5711603"/>
            <a:ext cx="1379897" cy="55941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· Answer the questions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34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Screenshot 3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Paste screenshot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5D82A-9453-AB18-79D4-99B9166994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133"/>
          <a:stretch>
            <a:fillRect/>
          </a:stretch>
        </p:blipFill>
        <p:spPr>
          <a:xfrm>
            <a:off x="1310640" y="914401"/>
            <a:ext cx="927851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Mission-Brief.md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35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Live demo: Mission-Brief.md in VS Code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Presenter: pause and open the file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· Review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36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Screenshot 4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Paste screenshot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636FE-9E92-92C3-757A-77B73B116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486" y="212630"/>
            <a:ext cx="9135750" cy="633500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 Mission Brief?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37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4BE6D3-2CDD-BE1E-7D7A-5BCB91450461}"/>
              </a:ext>
            </a:extLst>
          </p:cNvPr>
          <p:cNvGrpSpPr/>
          <p:nvPr/>
        </p:nvGrpSpPr>
        <p:grpSpPr>
          <a:xfrm>
            <a:off x="731520" y="1554480"/>
            <a:ext cx="2514600" cy="3840480"/>
            <a:chOff x="731520" y="1554480"/>
            <a:chExt cx="2514600" cy="3840480"/>
          </a:xfrm>
        </p:grpSpPr>
        <p:sp>
          <p:nvSpPr>
            <p:cNvPr id="11" name="Shape 11"/>
            <p:cNvSpPr/>
            <p:nvPr/>
          </p:nvSpPr>
          <p:spPr>
            <a:xfrm>
              <a:off x="731520" y="1554480"/>
              <a:ext cx="2514600" cy="3840480"/>
            </a:xfrm>
            <a:prstGeom prst="roundRect">
              <a:avLst>
                <a:gd name="adj" fmla="val 6000"/>
              </a:avLst>
            </a:prstGeom>
            <a:solidFill>
              <a:srgbClr val="F3ECFB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endParaRPr lang="en-US"/>
            </a:p>
          </p:txBody>
        </p:sp>
        <p:sp>
          <p:nvSpPr>
            <p:cNvPr id="12" name="Shape 12"/>
            <p:cNvSpPr/>
            <p:nvPr/>
          </p:nvSpPr>
          <p:spPr>
            <a:xfrm>
              <a:off x="1481328" y="1920240"/>
              <a:ext cx="1005840" cy="1005840"/>
            </a:xfrm>
            <a:prstGeom prst="ellipse">
              <a:avLst/>
            </a:prstGeom>
            <a:solidFill>
              <a:srgbClr val="5E33BF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pPr algn="ctr"/>
              <a:r>
                <a:rPr lang="en-US" sz="3200" b="1" i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3" name="Shape 13"/>
            <p:cNvSpPr/>
            <p:nvPr/>
          </p:nvSpPr>
          <p:spPr>
            <a:xfrm>
              <a:off x="822960" y="3291840"/>
              <a:ext cx="2331720" cy="1737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 rtlCol="0" anchor="t">
              <a:normAutofit/>
            </a:bodyPr>
            <a:lstStyle/>
            <a:p>
              <a:pPr algn="ctr"/>
              <a:r>
                <a:rPr lang="en-US" sz="2200" b="1" i="0">
                  <a:solidFill>
                    <a:srgbClr val="2A2B2D"/>
                  </a:solidFill>
                </a:rPr>
                <a:t>Single source of truth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85C1FC5-AD7E-64F9-870E-5B060BA04757}"/>
              </a:ext>
            </a:extLst>
          </p:cNvPr>
          <p:cNvGrpSpPr/>
          <p:nvPr/>
        </p:nvGrpSpPr>
        <p:grpSpPr>
          <a:xfrm>
            <a:off x="3520440" y="1554480"/>
            <a:ext cx="2514600" cy="3840480"/>
            <a:chOff x="3520440" y="1554480"/>
            <a:chExt cx="2514600" cy="3840480"/>
          </a:xfrm>
        </p:grpSpPr>
        <p:sp>
          <p:nvSpPr>
            <p:cNvPr id="14" name="Shape 14"/>
            <p:cNvSpPr/>
            <p:nvPr/>
          </p:nvSpPr>
          <p:spPr>
            <a:xfrm>
              <a:off x="3520440" y="1554480"/>
              <a:ext cx="2514600" cy="3840480"/>
            </a:xfrm>
            <a:prstGeom prst="roundRect">
              <a:avLst>
                <a:gd name="adj" fmla="val 6000"/>
              </a:avLst>
            </a:prstGeom>
            <a:solidFill>
              <a:srgbClr val="F3ECFB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endParaRPr lang="en-US"/>
            </a:p>
          </p:txBody>
        </p:sp>
        <p:sp>
          <p:nvSpPr>
            <p:cNvPr id="15" name="Shape 15"/>
            <p:cNvSpPr/>
            <p:nvPr/>
          </p:nvSpPr>
          <p:spPr>
            <a:xfrm>
              <a:off x="4270248" y="1920240"/>
              <a:ext cx="1005840" cy="1005840"/>
            </a:xfrm>
            <a:prstGeom prst="ellipse">
              <a:avLst/>
            </a:prstGeom>
            <a:solidFill>
              <a:srgbClr val="B175E1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pPr algn="ctr"/>
              <a:r>
                <a:rPr lang="en-US" sz="3200" b="1" i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Shape 16"/>
            <p:cNvSpPr/>
            <p:nvPr/>
          </p:nvSpPr>
          <p:spPr>
            <a:xfrm>
              <a:off x="3611880" y="3291840"/>
              <a:ext cx="2331720" cy="1737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 rtlCol="0" anchor="t">
              <a:normAutofit/>
            </a:bodyPr>
            <a:lstStyle/>
            <a:p>
              <a:pPr algn="ctr"/>
              <a:r>
                <a:rPr lang="en-US" sz="2200" b="1" i="0">
                  <a:solidFill>
                    <a:srgbClr val="2A2B2D"/>
                  </a:solidFill>
                </a:rPr>
                <a:t>You stay in control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E2439B6-0EEF-E14C-F5BE-1DEE98E9883C}"/>
              </a:ext>
            </a:extLst>
          </p:cNvPr>
          <p:cNvGrpSpPr/>
          <p:nvPr/>
        </p:nvGrpSpPr>
        <p:grpSpPr>
          <a:xfrm>
            <a:off x="6309360" y="1554480"/>
            <a:ext cx="2514600" cy="3840480"/>
            <a:chOff x="6309360" y="1554480"/>
            <a:chExt cx="2514600" cy="3840480"/>
          </a:xfrm>
        </p:grpSpPr>
        <p:sp>
          <p:nvSpPr>
            <p:cNvPr id="17" name="Shape 17"/>
            <p:cNvSpPr/>
            <p:nvPr/>
          </p:nvSpPr>
          <p:spPr>
            <a:xfrm>
              <a:off x="6309360" y="1554480"/>
              <a:ext cx="2514600" cy="3840480"/>
            </a:xfrm>
            <a:prstGeom prst="roundRect">
              <a:avLst>
                <a:gd name="adj" fmla="val 6000"/>
              </a:avLst>
            </a:prstGeom>
            <a:solidFill>
              <a:srgbClr val="F3ECFB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endParaRPr lang="en-US"/>
            </a:p>
          </p:txBody>
        </p:sp>
        <p:sp>
          <p:nvSpPr>
            <p:cNvPr id="18" name="Shape 18"/>
            <p:cNvSpPr/>
            <p:nvPr/>
          </p:nvSpPr>
          <p:spPr>
            <a:xfrm>
              <a:off x="7059168" y="1920240"/>
              <a:ext cx="1005840" cy="1005840"/>
            </a:xfrm>
            <a:prstGeom prst="ellipse">
              <a:avLst/>
            </a:prstGeom>
            <a:solidFill>
              <a:srgbClr val="3595F0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pPr algn="ctr"/>
              <a:r>
                <a:rPr lang="en-US" sz="3200" b="1" i="0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9" name="Shape 19"/>
            <p:cNvSpPr/>
            <p:nvPr/>
          </p:nvSpPr>
          <p:spPr>
            <a:xfrm>
              <a:off x="6400800" y="3291840"/>
              <a:ext cx="2331720" cy="1737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 rtlCol="0" anchor="t">
              <a:normAutofit/>
            </a:bodyPr>
            <a:lstStyle/>
            <a:p>
              <a:pPr algn="ctr"/>
              <a:r>
                <a:rPr lang="en-US" sz="2200" b="1" i="0">
                  <a:solidFill>
                    <a:srgbClr val="2A2B2D"/>
                  </a:solidFill>
                </a:rPr>
                <a:t>No repeating context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50E2D-7AD5-BEEB-E20D-DBE4C8C67740}"/>
              </a:ext>
            </a:extLst>
          </p:cNvPr>
          <p:cNvGrpSpPr/>
          <p:nvPr/>
        </p:nvGrpSpPr>
        <p:grpSpPr>
          <a:xfrm>
            <a:off x="9098280" y="1554480"/>
            <a:ext cx="2514600" cy="3840480"/>
            <a:chOff x="9098280" y="1554480"/>
            <a:chExt cx="2514600" cy="3840480"/>
          </a:xfrm>
        </p:grpSpPr>
        <p:sp>
          <p:nvSpPr>
            <p:cNvPr id="20" name="Shape 20"/>
            <p:cNvSpPr/>
            <p:nvPr/>
          </p:nvSpPr>
          <p:spPr>
            <a:xfrm>
              <a:off x="9098280" y="1554480"/>
              <a:ext cx="2514600" cy="3840480"/>
            </a:xfrm>
            <a:prstGeom prst="roundRect">
              <a:avLst>
                <a:gd name="adj" fmla="val 6000"/>
              </a:avLst>
            </a:prstGeom>
            <a:solidFill>
              <a:srgbClr val="F3ECFB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F49DC1-6B38-FB3A-3151-D7E0BD34590A}"/>
                </a:ext>
              </a:extLst>
            </p:cNvPr>
            <p:cNvGrpSpPr/>
            <p:nvPr/>
          </p:nvGrpSpPr>
          <p:grpSpPr>
            <a:xfrm>
              <a:off x="9189720" y="1920240"/>
              <a:ext cx="2331720" cy="3108960"/>
              <a:chOff x="9189720" y="1920240"/>
              <a:chExt cx="2331720" cy="3108960"/>
            </a:xfrm>
          </p:grpSpPr>
          <p:sp>
            <p:nvSpPr>
              <p:cNvPr id="21" name="Shape 21"/>
              <p:cNvSpPr/>
              <p:nvPr/>
            </p:nvSpPr>
            <p:spPr>
              <a:xfrm>
                <a:off x="9848088" y="1920240"/>
                <a:ext cx="1005840" cy="1005840"/>
              </a:xfrm>
              <a:prstGeom prst="ellipse">
                <a:avLst/>
              </a:prstGeom>
              <a:solidFill>
                <a:srgbClr val="18A381"/>
              </a:solidFill>
              <a:ln>
                <a:noFill/>
              </a:ln>
            </p:spPr>
            <p:txBody>
              <a:bodyPr wrap="square" lIns="72000" tIns="36000" rIns="72000" bIns="36000" rtlCol="0" anchor="ctr">
                <a:normAutofit/>
              </a:bodyPr>
              <a:lstStyle/>
              <a:p>
                <a:pPr algn="ctr"/>
                <a:r>
                  <a:rPr lang="en-US" sz="3200" b="1" i="0">
                    <a:solidFill>
                      <a:srgbClr val="FFFFFF"/>
                    </a:solidFill>
                  </a:rPr>
                  <a:t>4</a:t>
                </a:r>
              </a:p>
            </p:txBody>
          </p:sp>
          <p:sp>
            <p:nvSpPr>
              <p:cNvPr id="22" name="Shape 22"/>
              <p:cNvSpPr/>
              <p:nvPr/>
            </p:nvSpPr>
            <p:spPr>
              <a:xfrm>
                <a:off x="9189720" y="3291840"/>
                <a:ext cx="2331720" cy="1737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72000" tIns="36000" rIns="72000" bIns="36000" rtlCol="0" anchor="t">
                <a:normAutofit/>
              </a:bodyPr>
              <a:lstStyle/>
              <a:p>
                <a:pPr algn="ctr"/>
                <a:r>
                  <a:rPr lang="en-US" sz="2200" b="1" i="0">
                    <a:solidFill>
                      <a:srgbClr val="2A2B2D"/>
                    </a:solidFill>
                  </a:rPr>
                  <a:t>Built as one whole, not fragments</a:t>
                </a:r>
              </a:p>
            </p:txBody>
          </p:sp>
        </p:grpSp>
      </p:grpSp>
      <p:sp>
        <p:nvSpPr>
          <p:cNvPr id="23" name="This is cool!"/>
          <p:cNvSpPr/>
          <p:nvPr/>
        </p:nvSpPr>
        <p:spPr>
          <a:xfrm>
            <a:off x="5806440" y="502920"/>
            <a:ext cx="4114800" cy="82296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400" i="0">
                <a:solidFill>
                  <a:srgbClr val="FFFFFF"/>
                </a:solidFill>
              </a:rPr>
              <a:t>This is cool!</a:t>
            </a:r>
          </a:p>
        </p:txBody>
      </p:sp>
      <p:cxnSp>
        <p:nvCxnSpPr>
          <p:cNvPr id="24" name="Red arrow to part 4"/>
          <p:cNvCxnSpPr/>
          <p:nvPr/>
        </p:nvCxnSpPr>
        <p:spPr>
          <a:xfrm>
            <a:off x="10040112" y="950976"/>
            <a:ext cx="310896" cy="548640"/>
          </a:xfrm>
          <a:prstGeom prst="line">
            <a:avLst/>
          </a:prstGeom>
          <a:ln w="50800">
            <a:solidFill>
              <a:srgbClr val="ED55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Brief vs. FSD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38</a:t>
            </a:fld>
            <a:endParaRPr lang="en-US"/>
          </a:p>
        </p:txBody>
      </p:sp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016327"/>
              </p:ext>
            </p:extLst>
          </p:nvPr>
        </p:nvGraphicFramePr>
        <p:xfrm>
          <a:off x="1097280" y="1371600"/>
          <a:ext cx="9966960" cy="3429000"/>
        </p:xfrm>
        <a:graphic>
          <a:graphicData uri="http://schemas.openxmlformats.org/drawingml/2006/table">
            <a:tbl>
              <a:tblPr firstRow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endParaRPr/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5E33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FSD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5E33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Mission Brief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5E33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A2B2D"/>
                          </a:solidFill>
                        </a:rPr>
                        <a:t>For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Product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Engineers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A2B2D"/>
                          </a:solidFill>
                        </a:rPr>
                        <a:t>Grounded in code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✗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✓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A2B2D"/>
                          </a:solidFill>
                        </a:rPr>
                        <a:t>Kept up to date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Rarely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With every change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A2B2D"/>
                          </a:solidFill>
                        </a:rPr>
                        <a:t>Lives in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Confluence…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Repo / IDE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l"/>
            <a:r>
              <a:rPr lang="en-US" sz="1600" b="0" i="1" dirty="0">
                <a:solidFill>
                  <a:srgbClr val="8C8C8C"/>
                </a:solidFill>
              </a:rPr>
              <a:t>Maybe merged someday. For now: Mission Briefs.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Part 3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Plan.md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chat. Clean context.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40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Screenshot 5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Open a NEW chat — let the AI think again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853F57-0041-9555-76A5-BBD5E4188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8"/>
          <a:stretch>
            <a:fillRect/>
          </a:stretch>
        </p:blipFill>
        <p:spPr>
          <a:xfrm>
            <a:off x="354090" y="869785"/>
            <a:ext cx="11483820" cy="507381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16E58CC-1B4A-2FB1-8D4C-7FE45A1CCB69}"/>
              </a:ext>
            </a:extLst>
          </p:cNvPr>
          <p:cNvSpPr/>
          <p:nvPr/>
        </p:nvSpPr>
        <p:spPr>
          <a:xfrm>
            <a:off x="6164094" y="5184842"/>
            <a:ext cx="732817" cy="505839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tIns="108000" bIns="108000" rtlCol="0" anchor="ctr" anchorCtr="0">
            <a:noAutofit/>
          </a:bodyPr>
          <a:lstStyle/>
          <a:p>
            <a:pPr algn="ctr"/>
            <a:endParaRPr lang="LID4096" sz="1500" dirty="0" err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Plan.md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41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108960" y="1280160"/>
            <a:ext cx="5943600" cy="466344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B175E1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3474720" y="1600200"/>
            <a:ext cx="5212080" cy="822960"/>
          </a:xfrm>
          <a:prstGeom prst="rect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Phases</a:t>
            </a:r>
          </a:p>
        </p:txBody>
      </p:sp>
      <p:sp>
        <p:nvSpPr>
          <p:cNvPr id="13" name="Shape 13"/>
          <p:cNvSpPr/>
          <p:nvPr/>
        </p:nvSpPr>
        <p:spPr>
          <a:xfrm>
            <a:off x="3474720" y="2651760"/>
            <a:ext cx="5212080" cy="822960"/>
          </a:xfrm>
          <a:prstGeom prst="rec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Sync / Async tasks</a:t>
            </a:r>
          </a:p>
        </p:txBody>
      </p:sp>
      <p:sp>
        <p:nvSpPr>
          <p:cNvPr id="14" name="Shape 14"/>
          <p:cNvSpPr/>
          <p:nvPr/>
        </p:nvSpPr>
        <p:spPr>
          <a:xfrm>
            <a:off x="3474720" y="3703320"/>
            <a:ext cx="5212080" cy="822960"/>
          </a:xfrm>
          <a:prstGeom prst="rect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Exact code references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Plan.md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42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Show Plan.md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Presenter: open in VS Code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both files?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43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097280" y="1371600"/>
            <a:ext cx="4389120" cy="118872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5E33BF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5E33BF"/>
                </a:solidFill>
              </a:rPr>
              <a:t>Mission-Brief.md</a:t>
            </a:r>
          </a:p>
        </p:txBody>
      </p:sp>
      <p:sp>
        <p:nvSpPr>
          <p:cNvPr id="12" name="Shape 12"/>
          <p:cNvSpPr/>
          <p:nvPr/>
        </p:nvSpPr>
        <p:spPr>
          <a:xfrm>
            <a:off x="6675120" y="1371600"/>
            <a:ext cx="4389120" cy="118872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B175E1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B175E1"/>
                </a:solidFill>
              </a:rPr>
              <a:t>Plan.md</a:t>
            </a:r>
          </a:p>
        </p:txBody>
      </p:sp>
      <p:sp>
        <p:nvSpPr>
          <p:cNvPr id="13" name="Shape 13"/>
          <p:cNvSpPr/>
          <p:nvPr/>
        </p:nvSpPr>
        <p:spPr>
          <a:xfrm>
            <a:off x="1097280" y="2834640"/>
            <a:ext cx="4389120" cy="1097280"/>
          </a:xfrm>
          <a:prstGeom prst="roundRect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800" b="1" i="0" dirty="0">
                <a:solidFill>
                  <a:srgbClr val="FFFFFF"/>
                </a:solidFill>
              </a:rPr>
              <a:t>WHAT &amp; WHY</a:t>
            </a:r>
          </a:p>
        </p:txBody>
      </p:sp>
      <p:sp>
        <p:nvSpPr>
          <p:cNvPr id="14" name="Shape 14"/>
          <p:cNvSpPr/>
          <p:nvPr/>
        </p:nvSpPr>
        <p:spPr>
          <a:xfrm>
            <a:off x="6675120" y="2834640"/>
            <a:ext cx="4389120" cy="1097280"/>
          </a:xfrm>
          <a:prstGeom prst="roundRec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800" b="1" i="0" dirty="0">
                <a:solidFill>
                  <a:srgbClr val="FFFFFF"/>
                </a:solidFill>
              </a:rPr>
              <a:t>HOW &amp; WHEN</a:t>
            </a:r>
          </a:p>
        </p:txBody>
      </p:sp>
      <p:sp>
        <p:nvSpPr>
          <p:cNvPr id="15" name="Shape 15"/>
          <p:cNvSpPr/>
          <p:nvPr/>
        </p:nvSpPr>
        <p:spPr>
          <a:xfrm>
            <a:off x="1097280" y="4114800"/>
            <a:ext cx="4389120" cy="914400"/>
          </a:xfrm>
          <a:prstGeom prst="roundRect">
            <a:avLst/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5E33BF"/>
                </a:solidFill>
              </a:rPr>
              <a:t>Overview</a:t>
            </a:r>
          </a:p>
        </p:txBody>
      </p:sp>
      <p:sp>
        <p:nvSpPr>
          <p:cNvPr id="16" name="Shape 16"/>
          <p:cNvSpPr/>
          <p:nvPr/>
        </p:nvSpPr>
        <p:spPr>
          <a:xfrm>
            <a:off x="6675120" y="4114800"/>
            <a:ext cx="4389120" cy="914400"/>
          </a:xfrm>
          <a:prstGeom prst="roundRect">
            <a:avLst/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5E33BF"/>
                </a:solidFill>
              </a:rPr>
              <a:t>Details</a:t>
            </a:r>
          </a:p>
        </p:txBody>
      </p:sp>
      <p:sp>
        <p:nvSpPr>
          <p:cNvPr id="17" name="Shape 17"/>
          <p:cNvSpPr/>
          <p:nvPr/>
        </p:nvSpPr>
        <p:spPr>
          <a:xfrm>
            <a:off x="1097280" y="534924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l"/>
            <a:r>
              <a:rPr lang="en-US" sz="1600" b="0" i="1" dirty="0">
                <a:solidFill>
                  <a:srgbClr val="8C8C8C"/>
                </a:solidFill>
              </a:rPr>
              <a:t>* A company choice </a:t>
            </a:r>
            <a:r>
              <a:rPr lang="en-US" sz="1600" i="1" dirty="0">
                <a:solidFill>
                  <a:srgbClr val="8C8C8C"/>
                </a:solidFill>
              </a:rPr>
              <a:t>—</a:t>
            </a:r>
            <a:r>
              <a:rPr lang="en-US" sz="1600" b="1" i="1" u="sng" dirty="0">
                <a:solidFill>
                  <a:srgbClr val="8C8C8C"/>
                </a:solidFill>
              </a:rPr>
              <a:t> just be consistent 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Plan.md makes PRs clear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44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914400" y="1371600"/>
            <a:ext cx="4572000" cy="4389120"/>
          </a:xfrm>
          <a:prstGeom prst="foldedCorner">
            <a:avLst/>
          </a:prstGeom>
          <a:solidFill>
            <a:srgbClr val="FFFFFF"/>
          </a:solidFill>
          <a:ln w="28575">
            <a:solidFill>
              <a:srgbClr val="B175E1"/>
            </a:solidFill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1280160" y="1783080"/>
            <a:ext cx="640080" cy="640080"/>
          </a:xfrm>
          <a:prstGeom prst="roundRect">
            <a:avLst/>
          </a:prstGeom>
          <a:solidFill>
            <a:srgbClr val="18A38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Shape 13"/>
          <p:cNvSpPr/>
          <p:nvPr/>
        </p:nvSpPr>
        <p:spPr>
          <a:xfrm>
            <a:off x="2103120" y="17830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l"/>
            <a:r>
              <a:rPr lang="en-US" sz="2200" b="1" i="0" dirty="0">
                <a:solidFill>
                  <a:srgbClr val="2A2B2D"/>
                </a:solidFill>
              </a:rPr>
              <a:t>Phase 1</a:t>
            </a:r>
          </a:p>
        </p:txBody>
      </p:sp>
      <p:sp>
        <p:nvSpPr>
          <p:cNvPr id="14" name="Shape 14"/>
          <p:cNvSpPr/>
          <p:nvPr/>
        </p:nvSpPr>
        <p:spPr>
          <a:xfrm>
            <a:off x="1280160" y="2697480"/>
            <a:ext cx="640080" cy="640080"/>
          </a:xfrm>
          <a:prstGeom prst="roundRect">
            <a:avLst/>
          </a:prstGeom>
          <a:solidFill>
            <a:srgbClr val="18A38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Shape 15"/>
          <p:cNvSpPr/>
          <p:nvPr/>
        </p:nvSpPr>
        <p:spPr>
          <a:xfrm>
            <a:off x="2103120" y="26974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l"/>
            <a:r>
              <a:rPr lang="en-US" sz="2200" b="1" i="0" dirty="0">
                <a:solidFill>
                  <a:srgbClr val="2A2B2D"/>
                </a:solidFill>
              </a:rPr>
              <a:t>Phase 2</a:t>
            </a:r>
          </a:p>
        </p:txBody>
      </p:sp>
      <p:sp>
        <p:nvSpPr>
          <p:cNvPr id="16" name="Shape 16"/>
          <p:cNvSpPr/>
          <p:nvPr/>
        </p:nvSpPr>
        <p:spPr>
          <a:xfrm>
            <a:off x="1280160" y="3611880"/>
            <a:ext cx="640080" cy="640080"/>
          </a:xfrm>
          <a:prstGeom prst="roundRect">
            <a:avLst/>
          </a:prstGeom>
          <a:solidFill>
            <a:srgbClr val="18A38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Shape 17"/>
          <p:cNvSpPr/>
          <p:nvPr/>
        </p:nvSpPr>
        <p:spPr>
          <a:xfrm>
            <a:off x="2103120" y="36118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l"/>
            <a:r>
              <a:rPr lang="en-US" sz="2200" b="1" i="0" dirty="0">
                <a:solidFill>
                  <a:srgbClr val="2A2B2D"/>
                </a:solidFill>
              </a:rPr>
              <a:t>Phase 3</a:t>
            </a:r>
          </a:p>
        </p:txBody>
      </p:sp>
      <p:sp>
        <p:nvSpPr>
          <p:cNvPr id="18" name="Shape 18"/>
          <p:cNvSpPr/>
          <p:nvPr/>
        </p:nvSpPr>
        <p:spPr>
          <a:xfrm>
            <a:off x="1280160" y="4526280"/>
            <a:ext cx="640080" cy="64008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9" name="Shape 19"/>
          <p:cNvSpPr/>
          <p:nvPr/>
        </p:nvSpPr>
        <p:spPr>
          <a:xfrm>
            <a:off x="2103120" y="45262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l"/>
            <a:r>
              <a:rPr lang="en-US" sz="2200" b="1" i="0" dirty="0">
                <a:solidFill>
                  <a:srgbClr val="2A2B2D"/>
                </a:solidFill>
              </a:rPr>
              <a:t>Phase 4</a:t>
            </a:r>
          </a:p>
        </p:txBody>
      </p:sp>
      <p:cxnSp>
        <p:nvCxnSpPr>
          <p:cNvPr id="20" name="Arrow 20"/>
          <p:cNvCxnSpPr/>
          <p:nvPr/>
        </p:nvCxnSpPr>
        <p:spPr>
          <a:xfrm>
            <a:off x="5669280" y="3566160"/>
            <a:ext cx="1280160" cy="0"/>
          </a:xfrm>
          <a:prstGeom prst="straightConnector1">
            <a:avLst/>
          </a:prstGeom>
          <a:ln w="50800">
            <a:solidFill>
              <a:srgbClr val="8C8C8C"/>
            </a:solidFill>
            <a:tailEnd type="triangle" w="med" len="med"/>
          </a:ln>
        </p:spPr>
      </p:cxnSp>
      <p:sp>
        <p:nvSpPr>
          <p:cNvPr id="21" name="Shape 21"/>
          <p:cNvSpPr/>
          <p:nvPr/>
        </p:nvSpPr>
        <p:spPr>
          <a:xfrm>
            <a:off x="7132320" y="2377440"/>
            <a:ext cx="4023360" cy="2377440"/>
          </a:xfrm>
          <a:prstGeom prst="roundRect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Pull Request</a:t>
            </a:r>
          </a:p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Done vs. not done</a:t>
            </a:r>
          </a:p>
        </p:txBody>
      </p:sp>
      <p:grpSp>
        <p:nvGrpSpPr>
          <p:cNvPr id="30" name="GitHub PR Icon" descr="Pull request icon"/>
          <p:cNvGrpSpPr/>
          <p:nvPr/>
        </p:nvGrpSpPr>
        <p:grpSpPr>
          <a:xfrm>
            <a:off x="8778240" y="1554480"/>
            <a:ext cx="731520" cy="731520"/>
            <a:chOff x="8778240" y="1554480"/>
            <a:chExt cx="731520" cy="731520"/>
          </a:xfrm>
        </p:grpSpPr>
        <p:sp>
          <p:nvSpPr>
            <p:cNvPr id="31" name="PR Badge"/>
            <p:cNvSpPr/>
            <p:nvPr/>
          </p:nvSpPr>
          <p:spPr>
            <a:xfrm>
              <a:off x="8778240" y="1554480"/>
              <a:ext cx="731520" cy="731520"/>
            </a:xfrm>
            <a:prstGeom prst="ellipse">
              <a:avLst/>
            </a:prstGeom>
            <a:solidFill>
              <a:srgbClr val="1A7F37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PR Node 1"/>
            <p:cNvSpPr/>
            <p:nvPr/>
          </p:nvSpPr>
          <p:spPr>
            <a:xfrm>
              <a:off x="8930640" y="1691640"/>
              <a:ext cx="121920" cy="12192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3" name="PR Node 2"/>
            <p:cNvSpPr/>
            <p:nvPr/>
          </p:nvSpPr>
          <p:spPr>
            <a:xfrm>
              <a:off x="8930640" y="2026920"/>
              <a:ext cx="121920" cy="12192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4" name="PR Node 3"/>
            <p:cNvSpPr/>
            <p:nvPr/>
          </p:nvSpPr>
          <p:spPr>
            <a:xfrm>
              <a:off x="9235440" y="2026920"/>
              <a:ext cx="121920" cy="12192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  <p:txBody>
            <a:bodyPr/>
            <a:lstStyle/>
            <a:p>
              <a:endParaRPr lang="LID4096"/>
            </a:p>
          </p:txBody>
        </p:sp>
        <p:cxnSp>
          <p:nvCxnSpPr>
            <p:cNvPr id="35" name="PR Line 1"/>
            <p:cNvCxnSpPr/>
            <p:nvPr/>
          </p:nvCxnSpPr>
          <p:spPr>
            <a:xfrm>
              <a:off x="8991600" y="1813560"/>
              <a:ext cx="0" cy="21336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</p:cxnSp>
        <p:cxnSp>
          <p:nvCxnSpPr>
            <p:cNvPr id="36" name="PR Line 2"/>
            <p:cNvCxnSpPr/>
            <p:nvPr/>
          </p:nvCxnSpPr>
          <p:spPr>
            <a:xfrm>
              <a:off x="9296400" y="1752600"/>
              <a:ext cx="0" cy="274320"/>
            </a:xfrm>
            <a:prstGeom prst="line">
              <a:avLst/>
            </a:prstGeom>
            <a:ln w="28575" cap="rnd">
              <a:solidFill>
                <a:srgbClr val="FFFFFF"/>
              </a:solidFill>
            </a:ln>
          </p:spPr>
        </p:cxnSp>
        <p:cxnSp>
          <p:nvCxnSpPr>
            <p:cNvPr id="37" name="PR Arrow"/>
            <p:cNvCxnSpPr/>
            <p:nvPr/>
          </p:nvCxnSpPr>
          <p:spPr>
            <a:xfrm>
              <a:off x="9113520" y="1752600"/>
              <a:ext cx="182880" cy="0"/>
            </a:xfrm>
            <a:prstGeom prst="line">
              <a:avLst/>
            </a:prstGeom>
            <a:ln w="28575" cap="rnd">
              <a:solidFill>
                <a:srgbClr val="FFFFFF"/>
              </a:solidFill>
              <a:headEnd type="triangle" w="sm" len="sm"/>
            </a:ln>
          </p:spPr>
        </p:cxn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Remember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45</a:t>
            </a:fld>
            <a:endParaRPr lang="en-US"/>
          </a:p>
        </p:txBody>
      </p:sp>
      <p:sp>
        <p:nvSpPr>
          <p:cNvPr id="11" name="Point 1"/>
          <p:cNvSpPr/>
          <p:nvPr/>
        </p:nvSpPr>
        <p:spPr>
          <a:xfrm>
            <a:off x="1097280" y="1463040"/>
            <a:ext cx="9966960" cy="182880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400" i="0">
                <a:solidFill>
                  <a:srgbClr val="FFFFFF"/>
                </a:solidFill>
              </a:rPr>
              <a:t>Changed Plan.md?</a:t>
            </a:r>
          </a:p>
        </p:txBody>
      </p:sp>
      <p:sp>
        <p:nvSpPr>
          <p:cNvPr id="12" name="Point 2"/>
          <p:cNvSpPr/>
          <p:nvPr/>
        </p:nvSpPr>
        <p:spPr>
          <a:xfrm>
            <a:off x="1097280" y="3657600"/>
            <a:ext cx="9966960" cy="182880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400" b="1" i="0">
                <a:solidFill>
                  <a:srgbClr val="FFFFFF"/>
                </a:solidFill>
              </a:rPr>
              <a:t>Update Mission-Brief.md 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4E23-C08B-7CDF-A77C-09C16FF4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ABAB-36D7-FE8C-61E2-9BFBF707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Remember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48F66E4-BF3D-9C8D-6E3C-A11D4A6903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C37426-D055-CB81-AC82-95AE2D2430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46</a:t>
            </a:fld>
            <a:endParaRPr lang="en-US"/>
          </a:p>
        </p:txBody>
      </p:sp>
      <p:sp>
        <p:nvSpPr>
          <p:cNvPr id="11" name="Point 1">
            <a:extLst>
              <a:ext uri="{FF2B5EF4-FFF2-40B4-BE49-F238E27FC236}">
                <a16:creationId xmlns:a16="http://schemas.microsoft.com/office/drawing/2014/main" id="{B3DBB6E0-D36D-A37B-2EAB-5FABBF41CAFD}"/>
              </a:ext>
            </a:extLst>
          </p:cNvPr>
          <p:cNvSpPr/>
          <p:nvPr/>
        </p:nvSpPr>
        <p:spPr>
          <a:xfrm>
            <a:off x="1097280" y="1463040"/>
            <a:ext cx="9966960" cy="182880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400" i="0">
                <a:solidFill>
                  <a:srgbClr val="FFFFFF"/>
                </a:solidFill>
              </a:rPr>
              <a:t>Changed </a:t>
            </a:r>
            <a:r>
              <a:rPr lang="en-US" sz="4400">
                <a:solidFill>
                  <a:srgbClr val="FFFFFF"/>
                </a:solidFill>
              </a:rPr>
              <a:t>Mission-Brief.md</a:t>
            </a:r>
            <a:r>
              <a:rPr lang="en-US" sz="4400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2" name="Point 2">
            <a:extLst>
              <a:ext uri="{FF2B5EF4-FFF2-40B4-BE49-F238E27FC236}">
                <a16:creationId xmlns:a16="http://schemas.microsoft.com/office/drawing/2014/main" id="{49D0962C-59BE-4C9F-BD42-D9CFD00287EF}"/>
              </a:ext>
            </a:extLst>
          </p:cNvPr>
          <p:cNvSpPr/>
          <p:nvPr/>
        </p:nvSpPr>
        <p:spPr>
          <a:xfrm>
            <a:off x="1097280" y="3657600"/>
            <a:ext cx="9966960" cy="182880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400" b="1" i="0">
                <a:solidFill>
                  <a:srgbClr val="FFFFFF"/>
                </a:solidFill>
              </a:rPr>
              <a:t>Update </a:t>
            </a:r>
            <a:r>
              <a:rPr lang="en-US" sz="4400" b="1">
                <a:solidFill>
                  <a:srgbClr val="FFFFFF"/>
                </a:solidFill>
              </a:rPr>
              <a:t>Plan.md</a:t>
            </a:r>
            <a:r>
              <a:rPr lang="en-US" sz="4400" b="1" i="0">
                <a:solidFill>
                  <a:srgbClr val="FFFFFF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35135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3FDD-BB3A-8030-B155-25A7BA65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6C1C-EB49-2C18-1BEC-64C25C5D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Remember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B21CA76-D852-3AE6-C67A-5192B33077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5DB1E48-9FC1-B6EE-A6D3-A54D95CA1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47</a:t>
            </a:fld>
            <a:endParaRPr lang="en-US"/>
          </a:p>
        </p:txBody>
      </p:sp>
      <p:sp>
        <p:nvSpPr>
          <p:cNvPr id="11" name="Point 1">
            <a:extLst>
              <a:ext uri="{FF2B5EF4-FFF2-40B4-BE49-F238E27FC236}">
                <a16:creationId xmlns:a16="http://schemas.microsoft.com/office/drawing/2014/main" id="{02372566-C8E4-D6BF-7F64-7314276D6CE0}"/>
              </a:ext>
            </a:extLst>
          </p:cNvPr>
          <p:cNvSpPr/>
          <p:nvPr/>
        </p:nvSpPr>
        <p:spPr>
          <a:xfrm>
            <a:off x="1097280" y="1463040"/>
            <a:ext cx="9966960" cy="182880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400" i="0">
                <a:solidFill>
                  <a:srgbClr val="FFFFFF"/>
                </a:solidFill>
              </a:rPr>
              <a:t>Changed Source Code?</a:t>
            </a:r>
          </a:p>
        </p:txBody>
      </p:sp>
      <p:sp>
        <p:nvSpPr>
          <p:cNvPr id="12" name="Point 2">
            <a:extLst>
              <a:ext uri="{FF2B5EF4-FFF2-40B4-BE49-F238E27FC236}">
                <a16:creationId xmlns:a16="http://schemas.microsoft.com/office/drawing/2014/main" id="{E069DA30-B16E-4114-BFA6-01562CD4F10A}"/>
              </a:ext>
            </a:extLst>
          </p:cNvPr>
          <p:cNvSpPr/>
          <p:nvPr/>
        </p:nvSpPr>
        <p:spPr>
          <a:xfrm>
            <a:off x="1097280" y="3657600"/>
            <a:ext cx="9966960" cy="182880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400" b="1" i="0">
                <a:solidFill>
                  <a:srgbClr val="FFFFFF"/>
                </a:solidFill>
              </a:rPr>
              <a:t>Update Mission-Brief </a:t>
            </a:r>
          </a:p>
          <a:p>
            <a:pPr algn="ctr"/>
            <a:r>
              <a:rPr lang="en-US" sz="4400" b="1">
                <a:solidFill>
                  <a:srgbClr val="FFFFFF"/>
                </a:solidFill>
              </a:rPr>
              <a:t>+ Plan.md</a:t>
            </a:r>
            <a:r>
              <a:rPr lang="en-US" sz="4400" b="1" i="0">
                <a:solidFill>
                  <a:srgbClr val="FFFFFF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83268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A993A-01D8-AF11-5DC0-F604577E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3D20-E2BC-84F9-8591-3644EEE5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F2B0CC36-C851-383C-A857-1335DB1053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9B56D8-B539-74FA-C3AD-ABA8BB6599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48</a:t>
            </a:fld>
            <a:endParaRPr lang="en-US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13C140D-C6DC-0941-E7B0-B1736951068B}"/>
              </a:ext>
            </a:extLst>
          </p:cNvPr>
          <p:cNvSpPr/>
          <p:nvPr/>
        </p:nvSpPr>
        <p:spPr>
          <a:xfrm>
            <a:off x="1097280" y="1463040"/>
            <a:ext cx="6400800" cy="4023360"/>
          </a:xfrm>
          <a:prstGeom prst="roundRect">
            <a:avLst/>
          </a:prstGeom>
          <a:solidFill>
            <a:srgbClr val="ED5564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600" b="1" i="0">
                <a:solidFill>
                  <a:srgbClr val="FFFFFF"/>
                </a:solidFill>
              </a:rPr>
              <a:t>KEEP THESE .MD FILES </a:t>
            </a:r>
          </a:p>
          <a:p>
            <a:pPr algn="ctr"/>
            <a:r>
              <a:rPr lang="en-US" sz="3600" b="1" i="0">
                <a:solidFill>
                  <a:srgbClr val="FFFFFF"/>
                </a:solidFill>
              </a:rPr>
              <a:t>IN ANY NEW CONTEXT !!</a:t>
            </a:r>
          </a:p>
          <a:p>
            <a:pPr algn="ctr"/>
            <a:endParaRPr lang="en-US" sz="3600" i="0">
              <a:solidFill>
                <a:srgbClr val="FFFFFF"/>
              </a:solidFill>
            </a:endParaRPr>
          </a:p>
          <a:p>
            <a:pPr algn="ctr"/>
            <a:r>
              <a:rPr lang="en-US" sz="3600">
                <a:solidFill>
                  <a:srgbClr val="FFFFFF"/>
                </a:solidFill>
              </a:rPr>
              <a:t>That’s the whole point</a:t>
            </a:r>
            <a:endParaRPr lang="en-US" sz="3600" i="0">
              <a:solidFill>
                <a:srgbClr val="FFFFFF"/>
              </a:solidFill>
            </a:endParaRPr>
          </a:p>
        </p:txBody>
      </p:sp>
      <p:pic>
        <p:nvPicPr>
          <p:cNvPr id="12" name="Pointy Pencil" descr="Cartoon pencil with a sparkling sharp point saying I'm pointy and I know 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29184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6957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Mission-Brief.md vs. Plan.md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49</a:t>
            </a:fld>
            <a:endParaRPr lang="en-US"/>
          </a:p>
        </p:txBody>
      </p:sp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078462"/>
              </p:ext>
            </p:extLst>
          </p:nvPr>
        </p:nvGraphicFramePr>
        <p:xfrm>
          <a:off x="1097280" y="1371600"/>
          <a:ext cx="9966960" cy="3429000"/>
        </p:xfrm>
        <a:graphic>
          <a:graphicData uri="http://schemas.openxmlformats.org/drawingml/2006/table">
            <a:tbl>
              <a:tblPr firstRow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5E33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</a:rPr>
                        <a:t>Mission-Brief.md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5E33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</a:rPr>
                        <a:t>Plan.md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5E33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A2B2D"/>
                          </a:solidFill>
                        </a:rPr>
                        <a:t>Answers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A2B2D"/>
                          </a:solidFill>
                        </a:rPr>
                        <a:t>What &amp; why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A2B2D"/>
                          </a:solidFill>
                        </a:rPr>
                        <a:t>How &amp; when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A2B2D"/>
                          </a:solidFill>
                        </a:rPr>
                        <a:t>Level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Feature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Tasks &amp; code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A2B2D"/>
                          </a:solidFill>
                        </a:rPr>
                        <a:t>Changes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A2B2D"/>
                          </a:solidFill>
                        </a:rPr>
                        <a:t>Depends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A2B2D"/>
                          </a:solidFill>
                        </a:rPr>
                        <a:t>Almost always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A2B2D"/>
                          </a:solidFill>
                        </a:rPr>
                        <a:t>Lives in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A2B2D"/>
                          </a:solidFill>
                        </a:rPr>
                        <a:t>Repo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2A2B2D"/>
                          </a:solidFill>
                        </a:rPr>
                        <a:t>Repo</a:t>
                      </a:r>
                    </a:p>
                  </a:txBody>
                  <a:tcPr marL="108000" marR="720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E6DAF5"/>
                      </a:solidFill>
                    </a:lnT>
                    <a:lnB w="6350">
                      <a:solidFill>
                        <a:srgbClr val="E6DAF5"/>
                      </a:solidFill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Why is this worth it?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"David, I have no power to write these documents!"</a:t>
            </a:r>
          </a:p>
        </p:txBody>
      </p:sp>
      <p:sp>
        <p:nvSpPr>
          <p:cNvPr id="4" name="Part Label"/>
          <p:cNvSpPr txBox="1"/>
          <p:nvPr/>
        </p:nvSpPr>
        <p:spPr>
          <a:xfrm>
            <a:off x="1343025" y="2050000"/>
            <a:ext cx="9505949" cy="6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3200">
                <a:solidFill>
                  <a:schemeClr val="bg1"/>
                </a:solidFill>
                <a:latin typeface="+mn-lt"/>
              </a:rPr>
              <a:t>Part 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Less writing</a:t>
            </a:r>
            <a:r>
              <a:rPr lang="en-US" dirty="0"/>
              <a:t>, not more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51</a:t>
            </a:fld>
            <a:endParaRPr lang="en-US"/>
          </a:p>
        </p:txBody>
      </p:sp>
      <p:pic>
        <p:nvPicPr>
          <p:cNvPr id="20" name="Girl coding (ad-hoc)" descr="Cartoon of a girl coding on a lapto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2011680"/>
            <a:ext cx="2560320" cy="2560320"/>
          </a:xfrm>
          <a:prstGeom prst="rect">
            <a:avLst/>
          </a:prstGeom>
        </p:spPr>
      </p:pic>
      <p:sp>
        <p:nvSpPr>
          <p:cNvPr id="21" name="Bubble A"/>
          <p:cNvSpPr/>
          <p:nvPr/>
        </p:nvSpPr>
        <p:spPr>
          <a:xfrm>
            <a:off x="3429000" y="2057400"/>
            <a:ext cx="2286000" cy="594360"/>
          </a:xfrm>
          <a:prstGeom prst="wedgeRoundRectCallout">
            <a:avLst>
              <a:gd name="adj1" fmla="val -62000"/>
              <a:gd name="adj2" fmla="val 25000"/>
              <a:gd name="adj3" fmla="val 16667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72000" tIns="18000" rIns="72000" bIns="18000" rtlCol="0" anchor="ctr">
            <a:normAutofit/>
          </a:bodyPr>
          <a:lstStyle/>
          <a:p>
            <a:pPr algn="ctr"/>
            <a:r>
              <a:rPr lang="en-US" sz="1200" b="0" dirty="0">
                <a:solidFill>
                  <a:srgbClr val="2A2B2D"/>
                </a:solidFill>
              </a:rPr>
              <a:t>I’m doing this dev… do task A</a:t>
            </a:r>
          </a:p>
        </p:txBody>
      </p:sp>
      <p:sp>
        <p:nvSpPr>
          <p:cNvPr id="22" name="Bubble B"/>
          <p:cNvSpPr/>
          <p:nvPr/>
        </p:nvSpPr>
        <p:spPr>
          <a:xfrm>
            <a:off x="3429000" y="2743200"/>
            <a:ext cx="2286000" cy="594360"/>
          </a:xfrm>
          <a:prstGeom prst="wedgeRoundRectCallout">
            <a:avLst>
              <a:gd name="adj1" fmla="val -62000"/>
              <a:gd name="adj2" fmla="val 25000"/>
              <a:gd name="adj3" fmla="val 16667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72000" tIns="18000" rIns="72000" bIns="18000" rtlCol="0" anchor="ctr">
            <a:normAutofit/>
          </a:bodyPr>
          <a:lstStyle/>
          <a:p>
            <a:pPr algn="ctr"/>
            <a:r>
              <a:rPr lang="en-US" sz="1200" b="0" dirty="0">
                <a:solidFill>
                  <a:srgbClr val="2A2B2D"/>
                </a:solidFill>
              </a:rPr>
              <a:t>I’m doing this dev… do task B</a:t>
            </a:r>
          </a:p>
        </p:txBody>
      </p:sp>
      <p:sp>
        <p:nvSpPr>
          <p:cNvPr id="23" name="Bubble C"/>
          <p:cNvSpPr/>
          <p:nvPr/>
        </p:nvSpPr>
        <p:spPr>
          <a:xfrm>
            <a:off x="3429000" y="3429000"/>
            <a:ext cx="2286000" cy="594360"/>
          </a:xfrm>
          <a:prstGeom prst="wedgeRoundRectCallout">
            <a:avLst>
              <a:gd name="adj1" fmla="val -62000"/>
              <a:gd name="adj2" fmla="val 25000"/>
              <a:gd name="adj3" fmla="val 16667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72000" tIns="18000" rIns="72000" bIns="18000" rtlCol="0" anchor="ctr">
            <a:normAutofit/>
          </a:bodyPr>
          <a:lstStyle/>
          <a:p>
            <a:pPr algn="ctr"/>
            <a:r>
              <a:rPr lang="en-US" sz="1200" b="0" dirty="0">
                <a:solidFill>
                  <a:srgbClr val="2A2B2D"/>
                </a:solidFill>
              </a:rPr>
              <a:t>I’m doing this dev… do task C</a:t>
            </a:r>
          </a:p>
        </p:txBody>
      </p:sp>
      <p:pic>
        <p:nvPicPr>
          <p:cNvPr id="30" name="Girl coding (spec-driven)" descr="Cartoon of a girl coding on a laptop"/>
          <p:cNvPicPr>
            <a:picLocks noChangeAspect="1"/>
          </p:cNvPicPr>
          <p:nvPr/>
        </p:nvPicPr>
        <p:blipFill>
          <a:blip r:embed="rId3"/>
          <a:srcRect t="172" b="172"/>
          <a:stretch>
            <a:fillRect/>
          </a:stretch>
        </p:blipFill>
        <p:spPr>
          <a:xfrm>
            <a:off x="6400800" y="2011680"/>
            <a:ext cx="2560320" cy="2560320"/>
          </a:xfrm>
          <a:prstGeom prst="rect">
            <a:avLst/>
          </a:prstGeom>
        </p:spPr>
      </p:pic>
      <p:sp>
        <p:nvSpPr>
          <p:cNvPr id="31" name="Spec file"/>
          <p:cNvSpPr/>
          <p:nvPr/>
        </p:nvSpPr>
        <p:spPr>
          <a:xfrm>
            <a:off x="9144000" y="2011680"/>
            <a:ext cx="2286000" cy="82296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5E33BF"/>
            </a:solidFill>
          </a:ln>
        </p:spPr>
        <p:txBody>
          <a:bodyPr wrap="square" lIns="72000" tIns="18000" rIns="72000" bIns="1800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5E33BF"/>
                </a:solidFill>
              </a:rPr>
              <a:t>Entire dev and details</a:t>
            </a:r>
          </a:p>
          <a:p>
            <a:pPr algn="ctr"/>
            <a:r>
              <a:rPr lang="en-US" sz="1100" dirty="0">
                <a:solidFill>
                  <a:srgbClr val="5E33BF"/>
                </a:solidFill>
              </a:rPr>
              <a:t>Mission-brief.md</a:t>
            </a:r>
          </a:p>
          <a:p>
            <a:pPr algn="ctr"/>
            <a:r>
              <a:rPr lang="en-US" sz="1100" dirty="0">
                <a:solidFill>
                  <a:srgbClr val="5E33BF"/>
                </a:solidFill>
              </a:rPr>
              <a:t>plan.md</a:t>
            </a:r>
          </a:p>
        </p:txBody>
      </p:sp>
      <p:sp>
        <p:nvSpPr>
          <p:cNvPr id="32" name="Small bubble A"/>
          <p:cNvSpPr/>
          <p:nvPr/>
        </p:nvSpPr>
        <p:spPr>
          <a:xfrm>
            <a:off x="9372600" y="3063240"/>
            <a:ext cx="1554480" cy="338328"/>
          </a:xfrm>
          <a:prstGeom prst="wedgeRoundRectCallout">
            <a:avLst>
              <a:gd name="adj1" fmla="val -62000"/>
              <a:gd name="adj2" fmla="val 25000"/>
              <a:gd name="adj3" fmla="val 16667"/>
            </a:avLst>
          </a:prstGeom>
          <a:solidFill>
            <a:srgbClr val="EFEAFA"/>
          </a:solidFill>
          <a:ln w="15875">
            <a:solidFill>
              <a:srgbClr val="5E33BF"/>
            </a:solidFill>
          </a:ln>
        </p:spPr>
        <p:txBody>
          <a:bodyPr wrap="square" lIns="72000" tIns="18000" rIns="72000" bIns="1800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2A2B2D"/>
                </a:solidFill>
              </a:rPr>
              <a:t>do task A</a:t>
            </a:r>
          </a:p>
        </p:txBody>
      </p:sp>
      <p:sp>
        <p:nvSpPr>
          <p:cNvPr id="33" name="Small bubble B"/>
          <p:cNvSpPr/>
          <p:nvPr/>
        </p:nvSpPr>
        <p:spPr>
          <a:xfrm>
            <a:off x="9372600" y="3520440"/>
            <a:ext cx="1554480" cy="338328"/>
          </a:xfrm>
          <a:prstGeom prst="wedgeRoundRectCallout">
            <a:avLst>
              <a:gd name="adj1" fmla="val -62000"/>
              <a:gd name="adj2" fmla="val 25000"/>
              <a:gd name="adj3" fmla="val 16667"/>
            </a:avLst>
          </a:prstGeom>
          <a:solidFill>
            <a:srgbClr val="EFEAFA"/>
          </a:solidFill>
          <a:ln w="15875">
            <a:solidFill>
              <a:srgbClr val="5E33BF"/>
            </a:solidFill>
          </a:ln>
        </p:spPr>
        <p:txBody>
          <a:bodyPr wrap="square" lIns="72000" tIns="18000" rIns="72000" bIns="1800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2A2B2D"/>
                </a:solidFill>
              </a:rPr>
              <a:t>do task B</a:t>
            </a:r>
          </a:p>
        </p:txBody>
      </p:sp>
      <p:sp>
        <p:nvSpPr>
          <p:cNvPr id="34" name="Small bubble C"/>
          <p:cNvSpPr/>
          <p:nvPr/>
        </p:nvSpPr>
        <p:spPr>
          <a:xfrm>
            <a:off x="9372600" y="3977640"/>
            <a:ext cx="1554480" cy="338328"/>
          </a:xfrm>
          <a:prstGeom prst="wedgeRoundRectCallout">
            <a:avLst>
              <a:gd name="adj1" fmla="val -62000"/>
              <a:gd name="adj2" fmla="val 25000"/>
              <a:gd name="adj3" fmla="val 16667"/>
            </a:avLst>
          </a:prstGeom>
          <a:solidFill>
            <a:srgbClr val="EFEAFA"/>
          </a:solidFill>
          <a:ln w="15875">
            <a:solidFill>
              <a:srgbClr val="5E33BF"/>
            </a:solidFill>
          </a:ln>
        </p:spPr>
        <p:txBody>
          <a:bodyPr wrap="square" lIns="72000" tIns="18000" rIns="72000" bIns="1800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2A2B2D"/>
                </a:solidFill>
              </a:rPr>
              <a:t>do task C</a:t>
            </a:r>
          </a:p>
        </p:txBody>
      </p:sp>
      <p:sp>
        <p:nvSpPr>
          <p:cNvPr id="13" name="Ad-hoc label"/>
          <p:cNvSpPr txBox="1">
            <a:spLocks/>
          </p:cNvSpPr>
          <p:nvPr/>
        </p:nvSpPr>
        <p:spPr>
          <a:xfrm>
            <a:off x="685800" y="46177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1" i="0" dirty="0">
                <a:solidFill>
                  <a:srgbClr val="2A2B2D"/>
                </a:solidFill>
              </a:rPr>
              <a:t>Ad-hoc prompting</a:t>
            </a:r>
          </a:p>
        </p:txBody>
      </p:sp>
      <p:sp>
        <p:nvSpPr>
          <p:cNvPr id="16" name="Spec label"/>
          <p:cNvSpPr txBox="1">
            <a:spLocks/>
          </p:cNvSpPr>
          <p:nvPr/>
        </p:nvSpPr>
        <p:spPr>
          <a:xfrm>
            <a:off x="6400800" y="46177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1" i="0" dirty="0">
                <a:solidFill>
                  <a:srgbClr val="2A2B2D"/>
                </a:solidFill>
              </a:rPr>
              <a:t>Spec-driven</a:t>
            </a:r>
          </a:p>
        </p:txBody>
      </p:sp>
      <p:cxnSp>
        <p:nvCxnSpPr>
          <p:cNvPr id="17" name="Divider"/>
          <p:cNvCxnSpPr/>
          <p:nvPr/>
        </p:nvCxnSpPr>
        <p:spPr>
          <a:xfrm>
            <a:off x="6096000" y="1600200"/>
            <a:ext cx="0" cy="3474720"/>
          </a:xfrm>
          <a:prstGeom prst="line">
            <a:avLst/>
          </a:prstGeom>
          <a:ln w="19050">
            <a:solidFill>
              <a:srgbClr val="D9D9D9"/>
            </a:solidFill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· Data science · Copilot: same rule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52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371600"/>
            <a:ext cx="3474720" cy="1143000"/>
          </a:xfrm>
          <a:prstGeom prst="roundRect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AI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4389120" y="1920240"/>
            <a:ext cx="1920240" cy="160020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3" name="Shape 13"/>
          <p:cNvSpPr/>
          <p:nvPr/>
        </p:nvSpPr>
        <p:spPr>
          <a:xfrm>
            <a:off x="822960" y="2834640"/>
            <a:ext cx="3474720" cy="1143000"/>
          </a:xfrm>
          <a:prstGeom prst="roundRec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Data science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4389120" y="3383280"/>
            <a:ext cx="1920240" cy="13716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822960" y="4297680"/>
            <a:ext cx="3474720" cy="1143000"/>
          </a:xfrm>
          <a:prstGeom prst="roundRect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Copilot</a:t>
            </a:r>
          </a:p>
        </p:txBody>
      </p:sp>
      <p:cxnSp>
        <p:nvCxnSpPr>
          <p:cNvPr id="16" name="Arrow 16"/>
          <p:cNvCxnSpPr/>
          <p:nvPr/>
        </p:nvCxnSpPr>
        <p:spPr>
          <a:xfrm flipV="1">
            <a:off x="4389120" y="3520440"/>
            <a:ext cx="1920240" cy="132588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pic>
        <p:nvPicPr>
          <p:cNvPr id="40" name="Garbage in, garbage out" descr="Garbage in, garbage 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4754880" cy="2651760"/>
          </a:xfrm>
          <a:prstGeom prst="rect">
            <a:avLst/>
          </a:prstGeom>
        </p:spPr>
      </p:pic>
      <p:pic>
        <p:nvPicPr>
          <p:cNvPr id="3" name="Garbage in, garbage out" descr="Garbage in, garbage 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475488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53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7315200" y="2011680"/>
            <a:ext cx="3840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200" b="1" i="0" dirty="0">
                <a:solidFill>
                  <a:srgbClr val="8C8C8C"/>
                </a:solidFill>
              </a:rPr>
              <a:t>ai ‘mistake’</a:t>
            </a:r>
          </a:p>
        </p:txBody>
      </p:sp>
      <p:grpSp>
        <p:nvGrpSpPr>
          <p:cNvPr id="3" name="Appear 1: incomplete context and arrow"/>
          <p:cNvGrpSpPr/>
          <p:nvPr/>
        </p:nvGrpSpPr>
        <p:grpSpPr>
          <a:xfrm>
            <a:off x="822960" y="1234440"/>
            <a:ext cx="6309360" cy="1325879"/>
            <a:chOff x="822960" y="1234440"/>
            <a:chExt cx="6309360" cy="1325879"/>
          </a:xfrm>
        </p:grpSpPr>
        <p:sp>
          <p:nvSpPr>
            <p:cNvPr id="14" name="Shape 14"/>
            <p:cNvSpPr/>
            <p:nvPr/>
          </p:nvSpPr>
          <p:spPr>
            <a:xfrm>
              <a:off x="822960" y="1234440"/>
              <a:ext cx="4754880" cy="1143000"/>
            </a:xfrm>
            <a:prstGeom prst="roundRect">
              <a:avLst/>
            </a:prstGeom>
            <a:solidFill>
              <a:srgbClr val="ED5564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pPr algn="ctr"/>
              <a:r>
                <a:rPr lang="en-US" sz="3200" b="1" i="0">
                  <a:solidFill>
                    <a:srgbClr val="FFFFFF"/>
                  </a:solidFill>
                </a:rPr>
                <a:t>incomplete context</a:t>
              </a:r>
            </a:p>
          </p:txBody>
        </p:sp>
        <p:cxnSp>
          <p:nvCxnSpPr>
            <p:cNvPr id="12" name="Arrow 12"/>
            <p:cNvCxnSpPr/>
            <p:nvPr/>
          </p:nvCxnSpPr>
          <p:spPr>
            <a:xfrm>
              <a:off x="5715000" y="1805940"/>
              <a:ext cx="1417320" cy="754379"/>
            </a:xfrm>
            <a:prstGeom prst="straightConnector1">
              <a:avLst/>
            </a:prstGeom>
            <a:ln w="50800">
              <a:solidFill>
                <a:srgbClr val="8C8C8C"/>
              </a:solidFill>
              <a:tailEnd type="triangle" w="med" len="med"/>
            </a:ln>
          </p:spPr>
        </p:cxnSp>
      </p:grpSp>
      <p:grpSp>
        <p:nvGrpSpPr>
          <p:cNvPr id="6" name="Appear 2: contradictory prompt and arrow"/>
          <p:cNvGrpSpPr/>
          <p:nvPr/>
        </p:nvGrpSpPr>
        <p:grpSpPr>
          <a:xfrm>
            <a:off x="822960" y="2743200"/>
            <a:ext cx="6309360" cy="1143000"/>
            <a:chOff x="822960" y="2743200"/>
            <a:chExt cx="6309360" cy="1143000"/>
          </a:xfrm>
        </p:grpSpPr>
        <p:sp>
          <p:nvSpPr>
            <p:cNvPr id="22" name="Cause 2"/>
            <p:cNvSpPr/>
            <p:nvPr/>
          </p:nvSpPr>
          <p:spPr>
            <a:xfrm>
              <a:off x="822960" y="2743200"/>
              <a:ext cx="4754880" cy="1143000"/>
            </a:xfrm>
            <a:prstGeom prst="roundRect">
              <a:avLst/>
            </a:prstGeom>
            <a:solidFill>
              <a:srgbClr val="ED5564"/>
            </a:solidFill>
            <a:ln>
              <a:noFill/>
            </a:ln>
          </p:spPr>
          <p:txBody>
            <a:bodyPr wrap="square" lIns="72000" tIns="36000" rIns="72000" bIns="36000" rtlCol="0" anchor="ctr">
              <a:normAutofit/>
            </a:bodyPr>
            <a:lstStyle/>
            <a:p>
              <a:pPr algn="ctr"/>
              <a:r>
                <a:rPr lang="en-US" sz="3200" b="1" i="0">
                  <a:solidFill>
                    <a:srgbClr val="FFFFFF"/>
                  </a:solidFill>
                </a:rPr>
                <a:t>contradictory prompt</a:t>
              </a:r>
            </a:p>
          </p:txBody>
        </p:sp>
        <p:cxnSp>
          <p:nvCxnSpPr>
            <p:cNvPr id="23" name="Cause arrow 2"/>
            <p:cNvCxnSpPr/>
            <p:nvPr/>
          </p:nvCxnSpPr>
          <p:spPr>
            <a:xfrm flipV="1">
              <a:off x="5715000" y="3268980"/>
              <a:ext cx="1417320" cy="45719"/>
            </a:xfrm>
            <a:prstGeom prst="straightConnector1">
              <a:avLst/>
            </a:prstGeom>
            <a:ln w="50800">
              <a:solidFill>
                <a:srgbClr val="8C8C8C"/>
              </a:solidFill>
              <a:tailEnd type="triangle" w="med" len="med"/>
            </a:ln>
          </p:spPr>
        </p:cxnSp>
      </p:grpSp>
      <p:grpSp>
        <p:nvGrpSpPr>
          <p:cNvPr id="7" name="Appear 3: forget about part I of dev and arrow"/>
          <p:cNvGrpSpPr/>
          <p:nvPr/>
        </p:nvGrpSpPr>
        <p:grpSpPr>
          <a:xfrm>
            <a:off x="822960" y="3977639"/>
            <a:ext cx="6309360" cy="1417321"/>
            <a:chOff x="822960" y="3977639"/>
            <a:chExt cx="6309360" cy="1417321"/>
          </a:xfrm>
        </p:grpSpPr>
        <p:sp>
          <p:nvSpPr>
            <p:cNvPr id="24" name="Cause 3"/>
            <p:cNvSpPr/>
            <p:nvPr/>
          </p:nvSpPr>
          <p:spPr>
            <a:xfrm>
              <a:off x="822960" y="4251960"/>
              <a:ext cx="4754880" cy="1143000"/>
            </a:xfrm>
            <a:prstGeom prst="roundRect">
              <a:avLst/>
            </a:prstGeom>
            <a:solidFill>
              <a:srgbClr val="ED5564"/>
            </a:solidFill>
            <a:ln>
              <a:noFill/>
            </a:ln>
          </p:spPr>
          <p:txBody>
            <a:bodyPr wrap="square" lIns="72000" tIns="36000" rIns="72000" bIns="36000" rtlCol="0" anchor="ctr">
              <a:normAutofit lnSpcReduction="10000"/>
            </a:bodyPr>
            <a:lstStyle/>
            <a:p>
              <a:pPr algn="ctr"/>
              <a:r>
                <a:rPr lang="en-US" sz="3200" b="1" i="0" dirty="0">
                  <a:solidFill>
                    <a:srgbClr val="FFFFFF"/>
                  </a:solidFill>
                </a:rPr>
                <a:t>forget about part I</a:t>
              </a:r>
            </a:p>
            <a:p>
              <a:pPr algn="ctr"/>
              <a:r>
                <a:rPr lang="en-US" sz="3200" b="1" i="0" dirty="0">
                  <a:solidFill>
                    <a:srgbClr val="FFFFFF"/>
                  </a:solidFill>
                </a:rPr>
                <a:t>of dev</a:t>
              </a:r>
            </a:p>
          </p:txBody>
        </p:sp>
        <p:cxnSp>
          <p:nvCxnSpPr>
            <p:cNvPr id="25" name="Cause arrow 3"/>
            <p:cNvCxnSpPr/>
            <p:nvPr/>
          </p:nvCxnSpPr>
          <p:spPr>
            <a:xfrm flipV="1">
              <a:off x="5715000" y="3977639"/>
              <a:ext cx="1417320" cy="845820"/>
            </a:xfrm>
            <a:prstGeom prst="straightConnector1">
              <a:avLst/>
            </a:prstGeom>
            <a:ln w="50800">
              <a:solidFill>
                <a:srgbClr val="8C8C8C"/>
              </a:solidFill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ins clipart Images - Free Download on Magnific (formerly Freepik)">
            <a:extLst>
              <a:ext uri="{FF2B5EF4-FFF2-40B4-BE49-F238E27FC236}">
                <a16:creationId xmlns:a16="http://schemas.microsoft.com/office/drawing/2014/main" id="{9CFDBD3A-E5C6-D460-37C5-16F3725DB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1725460"/>
            <a:ext cx="6467475" cy="4305300"/>
          </a:xfrm>
          <a:prstGeom prst="rect">
            <a:avLst/>
          </a:prstGeom>
        </p:spPr>
      </p:pic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54</a:t>
            </a:fld>
            <a:endParaRPr lang="en-US"/>
          </a:p>
        </p:txBody>
      </p:sp>
      <p:pic>
        <p:nvPicPr>
          <p:cNvPr id="5" name="AI sharing its doc with another AI" descr="AI sharing its doc with another 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207" y="827240"/>
            <a:ext cx="5085000" cy="339000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1163707" y="4277240"/>
            <a:ext cx="540000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2800" b="1">
                <a:solidFill>
                  <a:srgbClr val="5E33BF"/>
                </a:solidFill>
              </a:rPr>
              <a:t>help LLM's help each 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.md files in VS Code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55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Screenshot: VS Code — .md editor + preview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Paste screenshot here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the industry standard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56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46304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822960" y="17373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800" b="1" i="0">
                <a:solidFill>
                  <a:srgbClr val="5E33BF"/>
                </a:solidFill>
              </a:rPr>
              <a:t>265K</a:t>
            </a:r>
            <a:r>
              <a:rPr lang="en-US" sz="4800" b="1" i="0" dirty="0">
                <a:solidFill>
                  <a:srgbClr val="5E33BF"/>
                </a:solidFill>
              </a:rPr>
              <a:t>+</a:t>
            </a:r>
          </a:p>
        </p:txBody>
      </p:sp>
      <p:sp>
        <p:nvSpPr>
          <p:cNvPr id="13" name="Shape 13"/>
          <p:cNvSpPr/>
          <p:nvPr/>
        </p:nvSpPr>
        <p:spPr>
          <a:xfrm>
            <a:off x="1005840" y="310896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 lnSpcReduction="10000"/>
          </a:bodyPr>
          <a:lstStyle/>
          <a:p>
            <a:pPr algn="ctr"/>
            <a:r>
              <a:rPr lang="en-US" sz="2400" b="1" i="0">
                <a:solidFill>
                  <a:srgbClr val="2A2B2D"/>
                </a:solidFill>
              </a:rPr>
              <a:t>devs/month on OpenSpec</a:t>
            </a:r>
            <a:endParaRPr lang="en-US" sz="2400" b="1" i="0" dirty="0">
              <a:solidFill>
                <a:srgbClr val="2A2B2D"/>
              </a:solidFill>
            </a:endParaRPr>
          </a:p>
        </p:txBody>
      </p:sp>
      <p:sp>
        <p:nvSpPr>
          <p:cNvPr id="14" name="Shape 14"/>
          <p:cNvSpPr/>
          <p:nvPr/>
        </p:nvSpPr>
        <p:spPr>
          <a:xfrm>
            <a:off x="1005840" y="393192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0" i="0">
                <a:solidFill>
                  <a:srgbClr val="8C8C8C"/>
                </a:solidFill>
              </a:rPr>
              <a:t>A new spec created every 2 seconds</a:t>
            </a:r>
            <a:endParaRPr lang="en-US" sz="1600" b="0" i="0" dirty="0">
              <a:solidFill>
                <a:srgbClr val="8C8C8C"/>
              </a:solidFill>
            </a:endParaRPr>
          </a:p>
        </p:txBody>
      </p:sp>
      <p:sp>
        <p:nvSpPr>
          <p:cNvPr id="15" name="Shape 15"/>
          <p:cNvSpPr/>
          <p:nvPr/>
        </p:nvSpPr>
        <p:spPr>
          <a:xfrm>
            <a:off x="4480560" y="146304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80560" y="17373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800" b="1" i="0" dirty="0">
                <a:solidFill>
                  <a:srgbClr val="B175E1"/>
                </a:solidFill>
              </a:rPr>
              <a:t>141K</a:t>
            </a:r>
            <a:r>
              <a:rPr lang="en-US" sz="4800" b="1" dirty="0">
                <a:solidFill>
                  <a:srgbClr val="B175E1"/>
                </a:solidFill>
              </a:rPr>
              <a:t> ☆</a:t>
            </a:r>
            <a:endParaRPr lang="en-US" sz="4800" b="1" i="0" dirty="0">
              <a:solidFill>
                <a:srgbClr val="B175E1"/>
              </a:solidFill>
            </a:endParaRPr>
          </a:p>
        </p:txBody>
      </p:sp>
      <p:sp>
        <p:nvSpPr>
          <p:cNvPr id="17" name="Shape 17"/>
          <p:cNvSpPr/>
          <p:nvPr/>
        </p:nvSpPr>
        <p:spPr>
          <a:xfrm>
            <a:off x="4663440" y="310896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2A2B2D"/>
                </a:solidFill>
              </a:rPr>
              <a:t>GitHub Spec Kit</a:t>
            </a:r>
          </a:p>
        </p:txBody>
      </p:sp>
      <p:sp>
        <p:nvSpPr>
          <p:cNvPr id="18" name="Shape 18"/>
          <p:cNvSpPr/>
          <p:nvPr/>
        </p:nvSpPr>
        <p:spPr>
          <a:xfrm>
            <a:off x="4663440" y="393192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he-IL" sz="1600" b="0" i="0" dirty="0">
                <a:solidFill>
                  <a:srgbClr val="8C8C8C"/>
                </a:solidFill>
              </a:rPr>
              <a:t>141</a:t>
            </a:r>
            <a:r>
              <a:rPr lang="en-US" sz="1600" b="0" i="0" dirty="0">
                <a:solidFill>
                  <a:srgbClr val="8C8C8C"/>
                </a:solidFill>
              </a:rPr>
              <a:t>K</a:t>
            </a:r>
            <a:r>
              <a:rPr lang="he-IL" sz="1600" b="0" i="0" dirty="0">
                <a:solidFill>
                  <a:srgbClr val="8C8C8C"/>
                </a:solidFill>
              </a:rPr>
              <a:t> </a:t>
            </a:r>
            <a:r>
              <a:rPr lang="en-US" sz="1600" b="0" i="0" dirty="0">
                <a:solidFill>
                  <a:srgbClr val="8C8C8C"/>
                </a:solidFill>
              </a:rPr>
              <a:t>GitHub stars
12.6K forks</a:t>
            </a:r>
          </a:p>
        </p:txBody>
      </p:sp>
      <p:sp>
        <p:nvSpPr>
          <p:cNvPr id="19" name="Shape 19"/>
          <p:cNvSpPr/>
          <p:nvPr/>
        </p:nvSpPr>
        <p:spPr>
          <a:xfrm>
            <a:off x="8138160" y="146304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 dirty="0"/>
          </a:p>
        </p:txBody>
      </p:sp>
      <p:sp>
        <p:nvSpPr>
          <p:cNvPr id="20" name="Shape 20"/>
          <p:cNvSpPr/>
          <p:nvPr/>
        </p:nvSpPr>
        <p:spPr>
          <a:xfrm>
            <a:off x="8138160" y="17373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4800" b="1" i="0" dirty="0">
                <a:solidFill>
                  <a:srgbClr val="3595F0"/>
                </a:solidFill>
              </a:rPr>
              <a:t>Jul 2025</a:t>
            </a:r>
          </a:p>
        </p:txBody>
      </p:sp>
      <p:sp>
        <p:nvSpPr>
          <p:cNvPr id="21" name="Shape 21"/>
          <p:cNvSpPr/>
          <p:nvPr/>
        </p:nvSpPr>
        <p:spPr>
          <a:xfrm>
            <a:off x="8321040" y="310896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400" b="1" i="0" dirty="0">
                <a:solidFill>
                  <a:srgbClr val="2A2B2D"/>
                </a:solidFill>
              </a:rPr>
              <a:t>AWS Kiro</a:t>
            </a:r>
          </a:p>
        </p:txBody>
      </p:sp>
      <p:sp>
        <p:nvSpPr>
          <p:cNvPr id="22" name="Shape 22"/>
          <p:cNvSpPr/>
          <p:nvPr/>
        </p:nvSpPr>
        <p:spPr>
          <a:xfrm>
            <a:off x="8321040" y="393192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1600" b="0" i="0" dirty="0">
                <a:solidFill>
                  <a:srgbClr val="8C8C8C"/>
                </a:solidFill>
              </a:rPr>
              <a:t>IDE with a built-in Spec mode</a:t>
            </a:r>
          </a:p>
        </p:txBody>
      </p:sp>
      <p:sp>
        <p:nvSpPr>
          <p:cNvPr id="23" name="Shape 23"/>
          <p:cNvSpPr/>
          <p:nvPr/>
        </p:nvSpPr>
        <p:spPr>
          <a:xfrm>
            <a:off x="822960" y="5486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l"/>
            <a:r>
              <a:rPr lang="en-US" sz="1100" b="0" i="0" dirty="0">
                <a:solidFill>
                  <a:srgbClr val="8C8C8C"/>
                </a:solidFill>
              </a:rPr>
              <a:t>Sources: </a:t>
            </a:r>
            <a:r>
              <a:rPr lang="en-US" sz="1100" b="0" i="0">
                <a:solidFill>
                  <a:srgbClr val="8C8C8C"/>
                </a:solidFill>
              </a:rPr>
              <a:t>openspec</a:t>
            </a:r>
            <a:r>
              <a:rPr lang="en-US" sz="1100" b="0" i="0" dirty="0">
                <a:solidFill>
                  <a:srgbClr val="8C8C8C"/>
                </a:solidFill>
              </a:rPr>
              <a:t>.</a:t>
            </a:r>
            <a:r>
              <a:rPr lang="en-US" sz="1100" b="0" i="0">
                <a:solidFill>
                  <a:srgbClr val="8C8C8C"/>
                </a:solidFill>
              </a:rPr>
              <a:t>dev</a:t>
            </a:r>
            <a:r>
              <a:rPr lang="en-US" sz="1100" b="0" i="0" dirty="0">
                <a:solidFill>
                  <a:srgbClr val="8C8C8C"/>
                </a:solidFill>
              </a:rPr>
              <a:t>; github.com/github/spec-kit</a:t>
            </a:r>
            <a:r>
              <a:rPr lang="en-US" sz="1100" b="0" i="0">
                <a:solidFill>
                  <a:srgbClr val="8C8C8C"/>
                </a:solidFill>
              </a:rPr>
              <a:t> (accessed 14 Oct 2026);</a:t>
            </a:r>
            <a:r>
              <a:rPr lang="en-US" sz="1100" b="0" i="0" dirty="0">
                <a:solidFill>
                  <a:srgbClr val="8C8C8C"/>
                </a:solidFill>
              </a:rPr>
              <a:t> kiro.dev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007" y="368828"/>
            <a:ext cx="8281986" cy="251885"/>
          </a:xfrm>
        </p:spPr>
        <p:txBody>
          <a:bodyPr/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pPr>
            <a:r>
              <a:rPr lang="en-US" sz="2400" kern="1200">
                <a:solidFill>
                  <a:schemeClr val="accent2"/>
                </a:solidFill>
                <a:latin typeface="Avenir Next LT Pro Demi"/>
                <a:ea typeface="+mj-ea"/>
                <a:cs typeface="+mj-cs"/>
              </a:rPr>
              <a:t>"I'm happy as I am. Why change?"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57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2001000" y="1463040"/>
            <a:ext cx="8190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12000" b="1" i="0">
                <a:solidFill>
                  <a:srgbClr val="5E33BF"/>
                </a:solidFill>
              </a:rPr>
              <a:t>1 sprint</a:t>
            </a:r>
          </a:p>
        </p:txBody>
      </p:sp>
      <p:sp>
        <p:nvSpPr>
          <p:cNvPr id="12" name="Shape 12"/>
          <p:cNvSpPr/>
          <p:nvPr/>
        </p:nvSpPr>
        <p:spPr>
          <a:xfrm>
            <a:off x="2001000" y="3931920"/>
            <a:ext cx="819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3200" b="1" i="0">
                <a:solidFill>
                  <a:srgbClr val="2A2B2D"/>
                </a:solidFill>
              </a:rPr>
              <a:t>Embrace change. Just try it.</a:t>
            </a:r>
          </a:p>
        </p:txBody>
      </p:sp>
      <p:pic>
        <p:nvPicPr>
          <p:cNvPr id="13" name="Pharaoh Cartoon" descr="Cartoon pharaoh with arms cross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3550000"/>
            <a:ext cx="1176000" cy="2550000"/>
          </a:xfrm>
          <a:prstGeom prst="rect">
            <a:avLst/>
          </a:prstGeom>
        </p:spPr>
      </p:pic>
      <p:sp>
        <p:nvSpPr>
          <p:cNvPr id="14" name="Pharaoh Speech Bubble"/>
          <p:cNvSpPr/>
          <p:nvPr/>
        </p:nvSpPr>
        <p:spPr>
          <a:xfrm>
            <a:off x="1749999" y="4950000"/>
            <a:ext cx="4845353" cy="1050000"/>
          </a:xfrm>
          <a:prstGeom prst="wedgeRoundRectCallout">
            <a:avLst>
              <a:gd name="adj1" fmla="val -56522"/>
              <a:gd name="adj2" fmla="val -111905"/>
              <a:gd name="adj3" fmla="val 16667"/>
            </a:avLst>
          </a:prstGeom>
          <a:solidFill>
            <a:srgbClr val="FBF3DC"/>
          </a:solidFill>
          <a:ln w="28575">
            <a:solidFill>
              <a:srgbClr val="B8860B"/>
            </a:solidFill>
          </a:ln>
        </p:spPr>
        <p:txBody>
          <a:bodyPr wrap="square" lIns="108000" tIns="72000" rIns="108000" bIns="72000" rtlCol="1" anchor="ctr">
            <a:normAutofit/>
          </a:bodyPr>
          <a:lstStyle/>
          <a:p>
            <a:pPr algn="ctr" rtl="1"/>
            <a:r>
              <a:rPr lang="en-US" sz="2400" b="1" dirty="0">
                <a:solidFill>
                  <a:srgbClr val="2A2B2D"/>
                </a:solidFill>
                <a:latin typeface="FrankRuehl"/>
                <a:cs typeface="FrankRuehl"/>
              </a:rPr>
              <a:t>“</a:t>
            </a:r>
            <a:r>
              <a:rPr lang="he-IL" sz="2400" b="1" dirty="0">
                <a:solidFill>
                  <a:srgbClr val="2A2B2D"/>
                </a:solidFill>
                <a:latin typeface="FrankRuehl"/>
                <a:cs typeface="FrankRuehl"/>
              </a:rPr>
              <a:t>למה משה ואהרן תפריעו את העם ממעשיו</a:t>
            </a:r>
            <a:r>
              <a:rPr lang="en-US" sz="2400" b="1" dirty="0">
                <a:solidFill>
                  <a:srgbClr val="2A2B2D"/>
                </a:solidFill>
                <a:latin typeface="FrankRuehl"/>
                <a:cs typeface="FrankRuehl"/>
              </a:rPr>
              <a:t>“?</a:t>
            </a:r>
            <a:endParaRPr lang="he-IL" sz="2400" b="1" dirty="0">
              <a:solidFill>
                <a:srgbClr val="2A2B2D"/>
              </a:solidFill>
              <a:latin typeface="FrankRuehl"/>
              <a:cs typeface="FrankRueh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58</a:t>
            </a:fld>
            <a:endParaRPr lang="en-US"/>
          </a:p>
        </p:txBody>
      </p:sp>
      <p:pic>
        <p:nvPicPr>
          <p:cNvPr id="11" name="Lesson 1 icon" descr="Lesson 1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00" y="722702"/>
            <a:ext cx="1000000" cy="994594"/>
          </a:xfrm>
          <a:prstGeom prst="rect">
            <a:avLst/>
          </a:prstGeom>
        </p:spPr>
      </p:pic>
      <p:pic>
        <p:nvPicPr>
          <p:cNvPr id="12" name="Human and AI coding comparison" descr="Human and AI coding compari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201" y="330000"/>
            <a:ext cx="2787033" cy="1780000"/>
          </a:xfrm>
          <a:prstGeom prst="rect">
            <a:avLst/>
          </a:prstGeom>
          <a:ln w="9525">
            <a:solidFill>
              <a:srgbClr val="D9D2F0"/>
            </a:solidFill>
          </a:ln>
        </p:spPr>
      </p:pic>
      <p:pic>
        <p:nvPicPr>
          <p:cNvPr id="13" name="AI shouting noise, girl selecting one" descr="AI shouting noise, girl selecting 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235" y="330000"/>
            <a:ext cx="2874952" cy="1780000"/>
          </a:xfrm>
          <a:prstGeom prst="rect">
            <a:avLst/>
          </a:prstGeom>
          <a:ln w="9525">
            <a:solidFill>
              <a:srgbClr val="D9D2F0"/>
            </a:solidFill>
          </a:ln>
        </p:spPr>
      </p:pic>
      <p:pic>
        <p:nvPicPr>
          <p:cNvPr id="14" name="Human approving AI-generated code" descr="Human approving AI-generated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188" y="330000"/>
            <a:ext cx="2672609" cy="1780000"/>
          </a:xfrm>
          <a:prstGeom prst="rect">
            <a:avLst/>
          </a:prstGeom>
          <a:ln w="9525">
            <a:solidFill>
              <a:srgbClr val="D9D2F0"/>
            </a:solidFill>
          </a:ln>
        </p:spPr>
      </p:pic>
      <p:pic>
        <p:nvPicPr>
          <p:cNvPr id="15" name="Lesson 2 icon" descr="Lesson 2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953" y="2568932"/>
            <a:ext cx="996093" cy="1000000"/>
          </a:xfrm>
          <a:prstGeom prst="rect">
            <a:avLst/>
          </a:prstGeom>
        </p:spPr>
      </p:pic>
      <p:pic>
        <p:nvPicPr>
          <p:cNvPr id="16" name="Rotten doc to AI to wormy monitor" descr="Rotten doc to AI to wormy monit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0000" y="2370000"/>
            <a:ext cx="2994589" cy="1397864"/>
          </a:xfrm>
          <a:prstGeom prst="rect">
            <a:avLst/>
          </a:prstGeom>
          <a:ln w="9525">
            <a:solidFill>
              <a:srgbClr val="D9D2F0"/>
            </a:solidFill>
          </a:ln>
        </p:spPr>
      </p:pic>
      <p:pic>
        <p:nvPicPr>
          <p:cNvPr id="17" name="Human with quill and AI generating docs" descr="Human with quill and AI generating doc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4589" y="2370000"/>
            <a:ext cx="2188705" cy="1397864"/>
          </a:xfrm>
          <a:prstGeom prst="rect">
            <a:avLst/>
          </a:prstGeom>
          <a:ln w="9525">
            <a:solidFill>
              <a:srgbClr val="D9D2F0"/>
            </a:solidFill>
          </a:ln>
        </p:spPr>
      </p:pic>
      <p:pic>
        <p:nvPicPr>
          <p:cNvPr id="18" name="Human searching papers, AI finds the doc" descr="Human searching papers, AI finds the doc"/>
          <p:cNvPicPr>
            <a:picLocks noChangeAspect="1"/>
          </p:cNvPicPr>
          <p:nvPr/>
        </p:nvPicPr>
        <p:blipFill>
          <a:blip r:embed="rId9"/>
          <a:srcRect t="1981" b="1981"/>
          <a:stretch>
            <a:fillRect/>
          </a:stretch>
        </p:blipFill>
        <p:spPr>
          <a:xfrm>
            <a:off x="7333295" y="2370000"/>
            <a:ext cx="4307704" cy="1397864"/>
          </a:xfrm>
          <a:prstGeom prst="rect">
            <a:avLst/>
          </a:prstGeom>
          <a:ln w="9525">
            <a:solidFill>
              <a:srgbClr val="D9D2F0"/>
            </a:solidFill>
          </a:ln>
        </p:spPr>
      </p:pic>
      <p:pic>
        <p:nvPicPr>
          <p:cNvPr id="19" name="Lesson 3 icon" descr="Lesson 3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000" y="4553787"/>
            <a:ext cx="1000000" cy="728155"/>
          </a:xfrm>
          <a:prstGeom prst="rect">
            <a:avLst/>
          </a:prstGeom>
        </p:spPr>
      </p:pic>
      <p:pic>
        <p:nvPicPr>
          <p:cNvPr id="20" name="Lightweight prompts vs heavy context" descr="Lightweight prompts vs heavy contex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2058" y="4027864"/>
            <a:ext cx="2839127" cy="1780000"/>
          </a:xfrm>
          <a:prstGeom prst="rect">
            <a:avLst/>
          </a:prstGeom>
          <a:ln w="9525">
            <a:solidFill>
              <a:srgbClr val="D9D2F0"/>
            </a:solidFill>
          </a:ln>
        </p:spPr>
      </p:pic>
      <p:pic>
        <p:nvPicPr>
          <p:cNvPr id="21" name="Garbage in, garbage out" descr="Garbage in, garbage ou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1186" y="4027864"/>
            <a:ext cx="3197754" cy="1780000"/>
          </a:xfrm>
          <a:prstGeom prst="rect">
            <a:avLst/>
          </a:prstGeom>
          <a:ln w="9525">
            <a:solidFill>
              <a:srgbClr val="D9D2F0"/>
            </a:solidFill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pPr>
            <a:r>
              <a:rPr lang="en-US" sz="2400" kern="1200">
                <a:solidFill>
                  <a:schemeClr val="accent2"/>
                </a:solidFill>
                <a:latin typeface="Avenir Next LT Pro Demi"/>
                <a:ea typeface="+mj-ea"/>
                <a:cs typeface="+mj-cs"/>
              </a:rPr>
              <a:t>The SWE we knew is gone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59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22960" y="1463040"/>
            <a:ext cx="2194560" cy="1188720"/>
          </a:xfrm>
          <a:prstGeom prst="roundRect">
            <a:avLst/>
          </a:prstGeom>
          <a:solidFill>
            <a:srgbClr val="5E33BF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000" b="1" i="0">
                <a:solidFill>
                  <a:srgbClr val="FFFFFF"/>
                </a:solidFill>
              </a:rPr>
              <a:t>Product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1920240" y="2743200"/>
            <a:ext cx="2286000" cy="118872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3" name="Shape 13"/>
          <p:cNvSpPr/>
          <p:nvPr/>
        </p:nvSpPr>
        <p:spPr>
          <a:xfrm>
            <a:off x="3200400" y="1463040"/>
            <a:ext cx="2194560" cy="1188720"/>
          </a:xfrm>
          <a:prstGeom prst="roundRect">
            <a:avLst/>
          </a:prstGeom>
          <a:solidFill>
            <a:srgbClr val="B175E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000" b="1" i="0">
                <a:solidFill>
                  <a:srgbClr val="FFFFFF"/>
                </a:solidFill>
              </a:rPr>
              <a:t>Technical writer</a:t>
            </a:r>
          </a:p>
        </p:txBody>
      </p:sp>
      <p:cxnSp>
        <p:nvCxnSpPr>
          <p:cNvPr id="14" name="Arrow 14"/>
          <p:cNvCxnSpPr/>
          <p:nvPr/>
        </p:nvCxnSpPr>
        <p:spPr>
          <a:xfrm flipH="1">
            <a:off x="4206240" y="2743200"/>
            <a:ext cx="91440" cy="118872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5577840" y="1463040"/>
            <a:ext cx="2194560" cy="1188720"/>
          </a:xfrm>
          <a:prstGeom prst="roundRect">
            <a:avLst/>
          </a:prstGeom>
          <a:solidFill>
            <a:srgbClr val="3595F0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000" b="1" i="0">
                <a:solidFill>
                  <a:srgbClr val="FFFFFF"/>
                </a:solidFill>
              </a:rPr>
              <a:t>QA</a:t>
            </a:r>
          </a:p>
        </p:txBody>
      </p:sp>
      <p:cxnSp>
        <p:nvCxnSpPr>
          <p:cNvPr id="16" name="Arrow 16"/>
          <p:cNvCxnSpPr/>
          <p:nvPr/>
        </p:nvCxnSpPr>
        <p:spPr>
          <a:xfrm flipH="1">
            <a:off x="4206240" y="2743200"/>
            <a:ext cx="2468880" cy="1188720"/>
          </a:xfrm>
          <a:prstGeom prst="straightConnector1">
            <a:avLst/>
          </a:prstGeom>
          <a:ln w="31750">
            <a:solidFill>
              <a:srgbClr val="8C8C8C"/>
            </a:solidFill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3955694" y="3931920"/>
            <a:ext cx="555955" cy="555955"/>
          </a:xfrm>
          <a:prstGeom prst="ellipse">
            <a:avLst/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3794760" y="4532352"/>
            <a:ext cx="877824" cy="862608"/>
          </a:xfrm>
          <a:prstGeom prst="roundRect">
            <a:avLst>
              <a:gd name="adj" fmla="val 45000"/>
            </a:avLst>
          </a:prstGeom>
          <a:solidFill>
            <a:srgbClr val="003F51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2377440" y="5440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2000" b="1" i="0">
                <a:solidFill>
                  <a:srgbClr val="003F51"/>
                </a:solidFill>
              </a:rPr>
              <a:t>You</a:t>
            </a:r>
          </a:p>
        </p:txBody>
      </p:sp>
      <p:sp>
        <p:nvSpPr>
          <p:cNvPr id="20" name="Shape 20"/>
          <p:cNvSpPr/>
          <p:nvPr/>
        </p:nvSpPr>
        <p:spPr>
          <a:xfrm>
            <a:off x="7955280" y="2103120"/>
            <a:ext cx="3383280" cy="2377440"/>
          </a:xfrm>
          <a:prstGeom prst="roundRect">
            <a:avLst/>
          </a:prstGeom>
          <a:solidFill>
            <a:srgbClr val="F3ECFB"/>
          </a:solidFill>
          <a:ln>
            <a:noFill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800" b="1" i="0" dirty="0">
                <a:solidFill>
                  <a:srgbClr val="5E33BF"/>
                </a:solidFill>
              </a:rPr>
              <a:t>Let's practice</a:t>
            </a:r>
          </a:p>
          <a:p>
            <a:pPr algn="ctr"/>
            <a:r>
              <a:rPr lang="en-US" sz="2800" b="1" i="0" dirty="0">
                <a:solidFill>
                  <a:srgbClr val="5E33BF"/>
                </a:solidFill>
              </a:rPr>
              <a:t>acceptance</a:t>
            </a:r>
          </a:p>
        </p:txBody>
      </p:sp>
      <p:pic>
        <p:nvPicPr>
          <p:cNvPr id="3" name="Picture 2" descr="Acceptance Feeling Stock Illustrations – 1,387 Acceptance Feeling Stock  Illustrations, Vectors &amp; Clipart - Dreamstime">
            <a:extLst>
              <a:ext uri="{FF2B5EF4-FFF2-40B4-BE49-F238E27FC236}">
                <a16:creationId xmlns:a16="http://schemas.microsoft.com/office/drawing/2014/main" id="{A6E59182-EF25-C328-CA68-33A17645D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184" y="3690917"/>
            <a:ext cx="2503900" cy="25039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Part 5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Coming soon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our agent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61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Show flow-diagram.md in VS Code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Presenter: open the file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steps in practice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62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Screenshot 8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Paste screenshot here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166E09D8-61A7-1954-E4D1-6212A2121A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4" b="1"/>
          <a:stretch>
            <a:fillRect/>
          </a:stretch>
        </p:blipFill>
        <p:spPr>
          <a:xfrm>
            <a:off x="1280160" y="914400"/>
            <a:ext cx="10022521" cy="563662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output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63</a:t>
            </a:fld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80160" y="1097280"/>
            <a:ext cx="9601200" cy="420624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Screenshot 9</a:t>
            </a:r>
          </a:p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Paste screenshot here</a:t>
            </a:r>
          </a:p>
        </p:txBody>
      </p:sp>
      <p:sp>
        <p:nvSpPr>
          <p:cNvPr id="12" name="Shape 12"/>
          <p:cNvSpPr/>
          <p:nvPr/>
        </p:nvSpPr>
        <p:spPr>
          <a:xfrm>
            <a:off x="1280160" y="54406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t">
            <a:normAutofit/>
          </a:bodyPr>
          <a:lstStyle/>
          <a:p>
            <a:pPr algn="ctr"/>
            <a:r>
              <a:rPr lang="en-US" sz="2000" b="1" i="0" dirty="0">
                <a:solidFill>
                  <a:srgbClr val="5E33BF"/>
                </a:solidFill>
              </a:rPr>
              <a:t>Next step: push to GitHub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60DB92-3B6B-7F6F-A2E2-CDA435E7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122" y="694498"/>
            <a:ext cx="5459146" cy="467760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Requests are so clear!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64</a:t>
            </a:fld>
            <a:endParaRPr lang="en-US"/>
          </a:p>
        </p:txBody>
      </p:sp>
      <p:pic>
        <p:nvPicPr>
          <p:cNvPr id="3" name="Picture 2" descr="Git Pull Icon for Pull Request and GitHub">
            <a:extLst>
              <a:ext uri="{FF2B5EF4-FFF2-40B4-BE49-F238E27FC236}">
                <a16:creationId xmlns:a16="http://schemas.microsoft.com/office/drawing/2014/main" id="{D4140B6E-73F8-BEC5-7F1C-510C6056B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934" y="67930"/>
            <a:ext cx="4795900" cy="4795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A2353AA-4FAB-42DD-BDF7-EA46730EAADC}"/>
              </a:ext>
            </a:extLst>
          </p:cNvPr>
          <p:cNvSpPr txBox="1">
            <a:spLocks/>
          </p:cNvSpPr>
          <p:nvPr/>
        </p:nvSpPr>
        <p:spPr>
          <a:xfrm>
            <a:off x="550864" y="3317049"/>
            <a:ext cx="8281986" cy="20137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“On this PR, </a:t>
            </a:r>
          </a:p>
          <a:p>
            <a:pPr algn="ctr"/>
            <a:r>
              <a:rPr lang="en-US" sz="4800" dirty="0" err="1"/>
              <a:t>i</a:t>
            </a:r>
            <a:r>
              <a:rPr lang="en-US" sz="4800" dirty="0"/>
              <a:t> did phase 2 </a:t>
            </a:r>
          </a:p>
          <a:p>
            <a:pPr algn="ctr"/>
            <a:r>
              <a:rPr lang="en-US" sz="4800" dirty="0"/>
              <a:t>- see commits on plan.md”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6582-1D0F-F505-B17C-F7AA46E41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E1F5-E2E9-B9EE-0EB3-EB3CDDD9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dev – how do mission-brief.md and plan.md look?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8B851C4-507B-26A2-17A4-5485B63DB4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2026 Clarivate. All rights reserved.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2D8FF24-7F00-EF01-4330-D3C41E19FC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65</a:t>
            </a:fld>
            <a:endParaRPr lang="en-US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C693AE93-1CBD-D1A5-37DB-246904A67D6F}"/>
              </a:ext>
            </a:extLst>
          </p:cNvPr>
          <p:cNvSpPr/>
          <p:nvPr/>
        </p:nvSpPr>
        <p:spPr>
          <a:xfrm>
            <a:off x="1280160" y="1097280"/>
            <a:ext cx="9601200" cy="48463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72000" tIns="36000" rIns="72000" bIns="36000" rtlCol="0" anchor="ctr">
            <a:normAutofit/>
          </a:bodyPr>
          <a:lstStyle/>
          <a:p>
            <a:pPr algn="ctr"/>
            <a:r>
              <a:rPr lang="en-US" sz="2200" b="1" i="0" dirty="0">
                <a:solidFill>
                  <a:srgbClr val="8C8C8C"/>
                </a:solidFill>
              </a:rPr>
              <a:t>Show mission-brief.md + plan.md</a:t>
            </a:r>
          </a:p>
        </p:txBody>
      </p:sp>
    </p:spTree>
    <p:extLst>
      <p:ext uri="{BB962C8B-B14F-4D97-AF65-F5344CB8AC3E}">
        <p14:creationId xmlns:p14="http://schemas.microsoft.com/office/powerpoint/2010/main" val="26383450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864" y="368828"/>
            <a:ext cx="10800000" cy="80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en-US" sz="3600" b="1" dirty="0">
                <a:solidFill>
                  <a:srgbClr val="5E33BF"/>
                </a:solidFill>
              </a:rPr>
              <a:t>Adoption of Spec-driven development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66</a:t>
            </a:fld>
            <a:endParaRPr lang="en-US"/>
          </a:p>
        </p:txBody>
      </p:sp>
      <p:sp>
        <p:nvSpPr>
          <p:cNvPr id="5" name="Benefits"/>
          <p:cNvSpPr txBox="1"/>
          <p:nvPr/>
        </p:nvSpPr>
        <p:spPr>
          <a:xfrm>
            <a:off x="822960" y="1463040"/>
            <a:ext cx="5486400" cy="4389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400" b="1" dirty="0"/>
              <a:t>Document Fixes</a:t>
            </a:r>
            <a:r>
              <a:rPr lang="en-US" sz="2400" dirty="0"/>
              <a:t> on previous dev</a:t>
            </a: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Skills tell agents </a:t>
            </a:r>
            <a:r>
              <a:rPr lang="en-US" sz="2400" b="1" dirty="0"/>
              <a:t>to consult docs </a:t>
            </a:r>
            <a:r>
              <a:rPr lang="en-US" sz="2400" dirty="0"/>
              <a:t>before changing things</a:t>
            </a: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400" b="1" dirty="0"/>
              <a:t>Product</a:t>
            </a:r>
            <a:r>
              <a:rPr lang="en-US" sz="2400" dirty="0"/>
              <a:t> uses docs</a:t>
            </a: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400" b="1" dirty="0"/>
              <a:t>Technical writers</a:t>
            </a:r>
            <a:r>
              <a:rPr lang="en-US" sz="2400" dirty="0"/>
              <a:t> use docs</a:t>
            </a: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400" b="1" dirty="0"/>
              <a:t>QA</a:t>
            </a:r>
            <a:r>
              <a:rPr lang="en-US" sz="2400" dirty="0"/>
              <a:t> uses docs</a:t>
            </a:r>
            <a:endParaRPr lang="en-US" sz="2400" b="1" dirty="0"/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</p:txBody>
      </p:sp>
      <p:pic>
        <p:nvPicPr>
          <p:cNvPr id="6" name="Team Illustration" descr="Cartoon team: Product, Technical Writer, QA, a boy, a girl and a Sephardi man"/>
          <p:cNvPicPr>
            <a:picLocks noChangeAspect="1"/>
          </p:cNvPicPr>
          <p:nvPr/>
        </p:nvPicPr>
        <p:blipFill>
          <a:blip r:embed="rId2"/>
          <a:srcRect l="4622" r="8268"/>
          <a:stretch>
            <a:fillRect/>
          </a:stretch>
        </p:blipFill>
        <p:spPr>
          <a:xfrm>
            <a:off x="6492240" y="1668780"/>
            <a:ext cx="5200000" cy="39786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Developer and AI bot bowing" descr="Developer and AI bot bowing"/>
          <p:cNvPicPr>
            <a:picLocks noChangeAspect="1"/>
          </p:cNvPicPr>
          <p:nvPr/>
        </p:nvPicPr>
        <p:blipFill>
          <a:blip r:embed="rId2"/>
          <a:srcRect l="1953" t="4395" r="2018" b="6250"/>
          <a:stretch>
            <a:fillRect/>
          </a:stretch>
        </p:blipFill>
        <p:spPr>
          <a:xfrm>
            <a:off x="2078280" y="250000"/>
            <a:ext cx="3627048" cy="2250000"/>
          </a:xfrm>
          <a:prstGeom prst="rect">
            <a:avLst/>
          </a:prstGeom>
        </p:spPr>
      </p:pic>
      <p:pic>
        <p:nvPicPr>
          <p:cNvPr id="22" name="AI bot and woman bowing" descr="AI bot and woman bowing"/>
          <p:cNvPicPr>
            <a:picLocks noChangeAspect="1"/>
          </p:cNvPicPr>
          <p:nvPr/>
        </p:nvPicPr>
        <p:blipFill>
          <a:blip r:embed="rId3"/>
          <a:srcRect l="11068" t="4883" r="14714" b="1367"/>
          <a:stretch>
            <a:fillRect/>
          </a:stretch>
        </p:blipFill>
        <p:spPr>
          <a:xfrm>
            <a:off x="7441844" y="250000"/>
            <a:ext cx="2671875" cy="2250000"/>
          </a:xfrm>
          <a:prstGeom prst="rect">
            <a:avLst/>
          </a:prstGeom>
        </p:spPr>
      </p:pic>
      <p:pic>
        <p:nvPicPr>
          <p:cNvPr id="23" name="Boy waving with bowing five-headed dog" descr="Boy waving with bowing five-headed dog"/>
          <p:cNvPicPr>
            <a:picLocks noChangeAspect="1"/>
          </p:cNvPicPr>
          <p:nvPr/>
        </p:nvPicPr>
        <p:blipFill>
          <a:blip r:embed="rId4"/>
          <a:srcRect l="2604" t="1465" r="3646" b="3320"/>
          <a:stretch>
            <a:fillRect/>
          </a:stretch>
        </p:blipFill>
        <p:spPr>
          <a:xfrm>
            <a:off x="1466119" y="3800000"/>
            <a:ext cx="3323076" cy="2250000"/>
          </a:xfrm>
          <a:prstGeom prst="rect">
            <a:avLst/>
          </a:prstGeom>
        </p:spPr>
      </p:pic>
      <p:pic>
        <p:nvPicPr>
          <p:cNvPr id="24" name="Pencil taking a bow" descr="Pencil taking a bow"/>
          <p:cNvPicPr>
            <a:picLocks noChangeAspect="1"/>
          </p:cNvPicPr>
          <p:nvPr/>
        </p:nvPicPr>
        <p:blipFill>
          <a:blip r:embed="rId5"/>
          <a:srcRect l="17544" t="3987" r="13876" b="7097"/>
          <a:stretch>
            <a:fillRect/>
          </a:stretch>
        </p:blipFill>
        <p:spPr>
          <a:xfrm>
            <a:off x="5139195" y="3800000"/>
            <a:ext cx="1735425" cy="2250000"/>
          </a:xfrm>
          <a:prstGeom prst="rect">
            <a:avLst/>
          </a:prstGeom>
        </p:spPr>
      </p:pic>
      <p:pic>
        <p:nvPicPr>
          <p:cNvPr id="25" name="Woman curtsying" descr="Woman curtsying"/>
          <p:cNvPicPr>
            <a:picLocks noChangeAspect="1"/>
          </p:cNvPicPr>
          <p:nvPr/>
        </p:nvPicPr>
        <p:blipFill>
          <a:blip r:embed="rId6"/>
          <a:srcRect l="33493" t="1595" r="22249" b="4306"/>
          <a:stretch>
            <a:fillRect/>
          </a:stretch>
        </p:blipFill>
        <p:spPr>
          <a:xfrm>
            <a:off x="7224620" y="3800000"/>
            <a:ext cx="1058261" cy="2250000"/>
          </a:xfrm>
          <a:prstGeom prst="rect">
            <a:avLst/>
          </a:prstGeom>
        </p:spPr>
      </p:pic>
      <p:sp>
        <p:nvSpPr>
          <p:cNvPr id="2" name="Thank you"/>
          <p:cNvSpPr txBox="1"/>
          <p:nvPr/>
        </p:nvSpPr>
        <p:spPr>
          <a:xfrm>
            <a:off x="822960" y="2560000"/>
            <a:ext cx="10546080" cy="11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sz="4800" b="1">
                <a:solidFill>
                  <a:srgbClr val="5E33BF"/>
                </a:solidFill>
              </a:rPr>
              <a:t>Thank you for listening!</a:t>
            </a:r>
          </a:p>
        </p:txBody>
      </p:sp>
      <p:sp>
        <p:nvSpPr>
          <p:cNvPr id="5" name="Accent"/>
          <p:cNvSpPr/>
          <p:nvPr/>
        </p:nvSpPr>
        <p:spPr>
          <a:xfrm>
            <a:off x="5181600" y="3610000"/>
            <a:ext cx="1828800" cy="73152"/>
          </a:xfrm>
          <a:prstGeom prst="rect">
            <a:avLst/>
          </a:prstGeom>
          <a:solidFill>
            <a:srgbClr val="B175E1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Clarivate. All rights reserved.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/>
              <a:t>67</a:t>
            </a:fld>
            <a:endParaRPr lang="en-US"/>
          </a:p>
        </p:txBody>
      </p:sp>
      <p:pic>
        <p:nvPicPr>
          <p:cNvPr id="99" name="Product, Technical Writer and QA waving" descr="Cartoon of three colleagues in Product, Technical Writer and QA shirts waving"/>
          <p:cNvPicPr>
            <a:picLocks noChangeAspect="1"/>
          </p:cNvPicPr>
          <p:nvPr/>
        </p:nvPicPr>
        <p:blipFill>
          <a:blip r:embed="rId7"/>
          <a:srcRect l="18700" t="3200" r="22700" b="2300"/>
          <a:stretch>
            <a:fillRect/>
          </a:stretch>
        </p:blipFill>
        <p:spPr>
          <a:xfrm>
            <a:off x="8632881" y="3800000"/>
            <a:ext cx="2092000" cy="22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itle Layouts - Light">
  <a:themeElements>
    <a:clrScheme name="Custom 59">
      <a:dk1>
        <a:sysClr val="windowText" lastClr="000000"/>
      </a:dk1>
      <a:lt1>
        <a:sysClr val="window" lastClr="FFFFFF"/>
      </a:lt1>
      <a:dk2>
        <a:srgbClr val="2A2B2D"/>
      </a:dk2>
      <a:lt2>
        <a:srgbClr val="5E33BF"/>
      </a:lt2>
      <a:accent1>
        <a:srgbClr val="93FF9E"/>
      </a:accent1>
      <a:accent2>
        <a:srgbClr val="B175E1"/>
      </a:accent2>
      <a:accent3>
        <a:srgbClr val="F0FE4F"/>
      </a:accent3>
      <a:accent4>
        <a:srgbClr val="ED5564"/>
      </a:accent4>
      <a:accent5>
        <a:srgbClr val="18A381"/>
      </a:accent5>
      <a:accent6>
        <a:srgbClr val="5E33BF"/>
      </a:accent6>
      <a:hlink>
        <a:srgbClr val="000000"/>
      </a:hlink>
      <a:folHlink>
        <a:srgbClr val="EA5564"/>
      </a:folHlink>
    </a:clrScheme>
    <a:fontScheme name="Clarivate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2"/>
          </a:solidFill>
        </a:ln>
      </a:spPr>
      <a:bodyPr wrap="square" rtlCol="0">
        <a:noAutofit/>
      </a:bodyPr>
      <a:lstStyle>
        <a:defPPr algn="l">
          <a:defRPr>
            <a:solidFill>
              <a:schemeClr val="tx1"/>
            </a:solidFill>
          </a:defRPr>
        </a:defPPr>
      </a:lst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  <a:ln>
          <a:solidFill>
            <a:schemeClr val="accent2"/>
          </a:solidFill>
        </a:ln>
      </a:spPr>
      <a:bodyPr wrap="square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arivate PPT Template Master" id="{592D084A-4D89-B548-A843-4214BD89E752}" vid="{2D104AAE-2C11-2749-8186-F6C9B351FD59}"/>
    </a:ext>
  </a:extLst>
</a:theme>
</file>

<file path=ppt/theme/theme2.xml><?xml version="1.0" encoding="utf-8"?>
<a:theme xmlns:a="http://schemas.openxmlformats.org/drawingml/2006/main" name="Title Layouts - Dark">
  <a:themeElements>
    <a:clrScheme name="Custom 68">
      <a:dk1>
        <a:sysClr val="windowText" lastClr="000000"/>
      </a:dk1>
      <a:lt1>
        <a:sysClr val="window" lastClr="FFFFFF"/>
      </a:lt1>
      <a:dk2>
        <a:srgbClr val="2A2B2D"/>
      </a:dk2>
      <a:lt2>
        <a:srgbClr val="5E33BF"/>
      </a:lt2>
      <a:accent1>
        <a:srgbClr val="93FF9E"/>
      </a:accent1>
      <a:accent2>
        <a:srgbClr val="B175E1"/>
      </a:accent2>
      <a:accent3>
        <a:srgbClr val="F0FE4F"/>
      </a:accent3>
      <a:accent4>
        <a:srgbClr val="ED5564"/>
      </a:accent4>
      <a:accent5>
        <a:srgbClr val="18A381"/>
      </a:accent5>
      <a:accent6>
        <a:srgbClr val="5E33BF"/>
      </a:accent6>
      <a:hlink>
        <a:srgbClr val="FFFFFF"/>
      </a:hlink>
      <a:folHlink>
        <a:srgbClr val="F0FE4F"/>
      </a:folHlink>
    </a:clrScheme>
    <a:fontScheme name="Clarivate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square" tIns="108000" bIns="108000" rtlCol="0" anchor="ctr" anchorCtr="0">
        <a:noAutofit/>
      </a:bodyPr>
      <a:lstStyle>
        <a:defPPr algn="ctr">
          <a:defRPr sz="1500" dirty="0" err="1">
            <a:solidFill>
              <a:schemeClr val="tx1"/>
            </a:solidFill>
          </a:defRPr>
        </a:defPPr>
      </a:lst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rtlCol="0">
        <a:noAutofit/>
      </a:bodyPr>
      <a:lstStyle>
        <a:defPPr algn="l">
          <a:defRPr sz="15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larivate PPT Template Master" id="{592D084A-4D89-B548-A843-4214BD89E752}" vid="{BA1F6823-DEC4-7346-843E-75E7D943359E}"/>
    </a:ext>
  </a:extLst>
</a:theme>
</file>

<file path=ppt/theme/theme3.xml><?xml version="1.0" encoding="utf-8"?>
<a:theme xmlns:a="http://schemas.openxmlformats.org/drawingml/2006/main" name="Content Layouts">
  <a:themeElements>
    <a:clrScheme name="Custom 64">
      <a:dk1>
        <a:sysClr val="windowText" lastClr="000000"/>
      </a:dk1>
      <a:lt1>
        <a:sysClr val="window" lastClr="FFFFFF"/>
      </a:lt1>
      <a:dk2>
        <a:srgbClr val="2A2B2D"/>
      </a:dk2>
      <a:lt2>
        <a:srgbClr val="5E33BF"/>
      </a:lt2>
      <a:accent1>
        <a:srgbClr val="93FF9E"/>
      </a:accent1>
      <a:accent2>
        <a:srgbClr val="B175E1"/>
      </a:accent2>
      <a:accent3>
        <a:srgbClr val="F0FE4F"/>
      </a:accent3>
      <a:accent4>
        <a:srgbClr val="ED5564"/>
      </a:accent4>
      <a:accent5>
        <a:srgbClr val="18A381"/>
      </a:accent5>
      <a:accent6>
        <a:srgbClr val="5E33BF"/>
      </a:accent6>
      <a:hlink>
        <a:srgbClr val="000000"/>
      </a:hlink>
      <a:folHlink>
        <a:srgbClr val="EA5564"/>
      </a:folHlink>
    </a:clrScheme>
    <a:fontScheme name="Clarivate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wrap="square" tIns="108000" bIns="108000" rtlCol="0" anchor="ctr" anchorCtr="0">
        <a:noAutofit/>
      </a:bodyPr>
      <a:lstStyle>
        <a:defPPr algn="ctr">
          <a:defRPr sz="1500" dirty="0" err="1" smtClean="0">
            <a:solidFill>
              <a:schemeClr val="tx1"/>
            </a:solidFill>
          </a:defRPr>
        </a:defPPr>
      </a:lst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rtlCol="0">
        <a:noAutofit/>
      </a:bodyPr>
      <a:lstStyle>
        <a:defPPr algn="l">
          <a:defRPr sz="1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arivate PPT Template Master" id="{592D084A-4D89-B548-A843-4214BD89E752}" vid="{7C793C4E-975D-F74C-BBAC-659666DA722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F4589A-FC63-42C6-882A-5A5786AA1398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3E9D68AD9D3143A6AC7F94DDAC8EED" ma:contentTypeVersion="4" ma:contentTypeDescription="Create a new document." ma:contentTypeScope="" ma:versionID="584ef4aadbefa9978aef98d64c5cc199">
  <xsd:schema xmlns:xsd="http://www.w3.org/2001/XMLSchema" xmlns:xs="http://www.w3.org/2001/XMLSchema" xmlns:p="http://schemas.microsoft.com/office/2006/metadata/properties" xmlns:ns2="18b28621-cfd2-4ebf-9273-21aa8ce8e51d" targetNamespace="http://schemas.microsoft.com/office/2006/metadata/properties" ma:root="true" ma:fieldsID="60e27b998297155a81ec7ac3f53dee27" ns2:_="">
    <xsd:import namespace="18b28621-cfd2-4ebf-9273-21aa8ce8e5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b28621-cfd2-4ebf-9273-21aa8ce8e5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90B289-1A7B-4EBC-B7E9-34593E5F4A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b28621-cfd2-4ebf-9273-21aa8ce8e5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D91B9C-4E38-40A3-AA2F-E796D87280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07030-CD46-4873-9099-A1E166734A8E}">
  <ds:schemaRefs>
    <ds:schemaRef ds:uri="http://schemas.openxmlformats.org/package/2006/metadata/core-properties"/>
    <ds:schemaRef ds:uri="http://www.w3.org/XML/1998/namespace"/>
    <ds:schemaRef ds:uri="18b28621-cfd2-4ebf-9273-21aa8ce8e51d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127fa96e-00b4-429e-95f9-72c2828437a4}" enabled="0" method="" siteId="{127fa96e-00b4-429e-95f9-72c2828437a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Clarivate PPT Template Master</Template>
  <TotalTime>747</TotalTime>
  <Words>1683</Words>
  <Application>Microsoft Office PowerPoint</Application>
  <PresentationFormat>Widescreen</PresentationFormat>
  <Paragraphs>424</Paragraphs>
  <Slides>67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</vt:lpstr>
      <vt:lpstr>Avenir Next LT Pro</vt:lpstr>
      <vt:lpstr>Avenir Next LT Pro Demi</vt:lpstr>
      <vt:lpstr>AvenirNext LT Pro Regular</vt:lpstr>
      <vt:lpstr>Calibri</vt:lpstr>
      <vt:lpstr>Courier New</vt:lpstr>
      <vt:lpstr>FrankRuehl</vt:lpstr>
      <vt:lpstr>Wingdings</vt:lpstr>
      <vt:lpstr>Title Layouts - Light</vt:lpstr>
      <vt:lpstr>Title Layouts - Dark</vt:lpstr>
      <vt:lpstr>Content Layouts</vt:lpstr>
      <vt:lpstr>PowerPoint Presentation</vt:lpstr>
      <vt:lpstr>Agenda</vt:lpstr>
      <vt:lpstr>PowerPoint Presentation</vt:lpstr>
      <vt:lpstr>Waterfall · 1970</vt:lpstr>
      <vt:lpstr>Agile · 2001</vt:lpstr>
      <vt:lpstr>2023 · LLMs write the code</vt:lpstr>
      <vt:lpstr>AI code ≠ Agile code</vt:lpstr>
      <vt:lpstr>PowerPoint Presentation</vt:lpstr>
      <vt:lpstr>1.2 · AI creates noise. We filter it.</vt:lpstr>
      <vt:lpstr>1.3 · We understand less of our code</vt:lpstr>
      <vt:lpstr>1.4 · Code silently drifts from intent</vt:lpstr>
      <vt:lpstr>AI Creates. You Must Control.</vt:lpstr>
      <vt:lpstr>2.1 · Natural language is now executable</vt:lpstr>
      <vt:lpstr>2.2 · Docs nobody read — AI reads them all</vt:lpstr>
      <vt:lpstr>2.3 · Bad docs ruin AI results</vt:lpstr>
      <vt:lpstr>PowerPoint Presentation</vt:lpstr>
      <vt:lpstr>2.5 · Docs update themselves</vt:lpstr>
      <vt:lpstr>Lesson 2 summary</vt:lpstr>
      <vt:lpstr>Lesson Lesson 3 · Context is critical</vt:lpstr>
      <vt:lpstr>3.1 · Garbage in, garbage out</vt:lpstr>
      <vt:lpstr>3.2 · Bad context: incomplete</vt:lpstr>
      <vt:lpstr>3.3 · Bad context: prompts contradict</vt:lpstr>
      <vt:lpstr>3.4 · Bad context: prompt ≠ actual code</vt:lpstr>
      <vt:lpstr>Lesson 3 summary</vt:lpstr>
      <vt:lpstr>The SWE role: Implementor → Orchestrator</vt:lpstr>
      <vt:lpstr>Many prompts. Many directions.</vt:lpstr>
      <vt:lpstr>One spec. One direction.</vt:lpstr>
      <vt:lpstr>How do we control this machine — easily?</vt:lpstr>
      <vt:lpstr>PowerPoint Presentation</vt:lpstr>
      <vt:lpstr>Meet the SDLC agent</vt:lpstr>
      <vt:lpstr>Specs drive everything</vt:lpstr>
      <vt:lpstr>PowerPoint Presentation</vt:lpstr>
      <vt:lpstr>Step 1 · Select the agent</vt:lpstr>
      <vt:lpstr>Step 2 · Answer the questions</vt:lpstr>
      <vt:lpstr>Mission-Brief.md</vt:lpstr>
      <vt:lpstr>Step 3 · Review</vt:lpstr>
      <vt:lpstr>Why a Mission Brief?</vt:lpstr>
      <vt:lpstr>Mission Brief vs. FSD</vt:lpstr>
      <vt:lpstr>PowerPoint Presentation</vt:lpstr>
      <vt:lpstr>New chat. Clean context.</vt:lpstr>
      <vt:lpstr>Anatomy of Plan.md</vt:lpstr>
      <vt:lpstr>Plan.md</vt:lpstr>
      <vt:lpstr>Why both files?</vt:lpstr>
      <vt:lpstr>Plan.md makes PRs clear</vt:lpstr>
      <vt:lpstr>Remember</vt:lpstr>
      <vt:lpstr>Remember</vt:lpstr>
      <vt:lpstr>Remember</vt:lpstr>
      <vt:lpstr>Remember</vt:lpstr>
      <vt:lpstr>Summary: Mission-Brief.md vs. Plan.md</vt:lpstr>
      <vt:lpstr>PowerPoint Presentation</vt:lpstr>
      <vt:lpstr>Less writing, not more</vt:lpstr>
      <vt:lpstr>AI · Data science · Copilot: same rule</vt:lpstr>
      <vt:lpstr>PowerPoint Presentation</vt:lpstr>
      <vt:lpstr>PowerPoint Presentation</vt:lpstr>
      <vt:lpstr>Write .md files in VS Code</vt:lpstr>
      <vt:lpstr>This is the industry standard</vt:lpstr>
      <vt:lpstr>"I'm happy as I am. Why change?"</vt:lpstr>
      <vt:lpstr>PowerPoint Presentation</vt:lpstr>
      <vt:lpstr>The SWE we knew is gone</vt:lpstr>
      <vt:lpstr>PowerPoint Presentation</vt:lpstr>
      <vt:lpstr>Meet our agent</vt:lpstr>
      <vt:lpstr>Agent steps in practice</vt:lpstr>
      <vt:lpstr>Directory output</vt:lpstr>
      <vt:lpstr>Pull Requests are so clear!</vt:lpstr>
      <vt:lpstr>End of dev – how do mission-brief.md and plan.md look?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Berger</dc:creator>
  <cp:lastModifiedBy>David Berger</cp:lastModifiedBy>
  <cp:revision>1</cp:revision>
  <cp:lastPrinted>2026-10-13T19:16:24Z</cp:lastPrinted>
  <dcterms:created xsi:type="dcterms:W3CDTF">2026-10-07T09:26:01Z</dcterms:created>
  <dcterms:modified xsi:type="dcterms:W3CDTF">2026-10-14T06:37:01Z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0x010100213E9D68AD9D3143A6AC7F94DDAC8EED</vt:lpwstr>
  </property>
  <property fmtid="{D5CDD505-2E9C-101B-9397-08002B2CF9AE}" pid="3" name="MediaServiceImageTags">
    <vt:lpwstr/>
  </property>
</Properties>
</file>